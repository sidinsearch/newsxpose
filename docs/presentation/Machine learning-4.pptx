
<file path=[Content_Types].xml><?xml version="1.0" encoding="utf-8"?>
<Types xmlns="http://schemas.openxmlformats.org/package/2006/content-types">
  <Default ContentType="image/jpg" Extension="jpg"/>
  <Default ContentType="application/xml" Extension="xml"/>
  <Default ContentType="image/png" Extension="png"/>
  <Default ContentType="image/jpeg" Extension="jpeg"/>
  <Default ContentType="application/vnd.openxmlformats-package.relationships+xml" Extension="rels"/>
  <Override ContentType="application/vnd.openxmlformats-officedocument.presentationml.slideMaster+xml" PartName="/ppt/slideMasters/slideMaster1.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presentationml.tags+xml" PartName="/ppt/tags/tag1.xml"/>
  <Override ContentType="application/vnd.openxmlformats-officedocument.presentationml.viewProps+xml" PartName="/ppt/viewProps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10287000" cx="18288000"/>
  <p:notesSz cx="18288000" cy="10287000"/>
  <p:custDataLst>
    <p:tags r:id="rId22"/>
  </p:custDataLst>
  <p:defaultTextStyle>
    <a:defPPr lvl="0">
      <a:defRPr lang="en-US"/>
    </a:defPPr>
    <a:lvl1pPr defTabSz="457200" eaLnBrk="1" hangingPunct="1" latinLnBrk="0" lvl="0" marL="0" rtl="0" algn="l">
      <a:defRPr kern="1200" sz="1800">
        <a:solidFill>
          <a:schemeClr val="tx1"/>
        </a:solidFill>
        <a:latin typeface="+mn-lt"/>
        <a:ea typeface="+mn-ea"/>
        <a:cs typeface="+mn-cs"/>
      </a:defRPr>
    </a:lvl1pPr>
    <a:lvl2pPr defTabSz="457200" eaLnBrk="1" hangingPunct="1" latinLnBrk="0" lvl="1" marL="457200" rtl="0" algn="l">
      <a:defRPr kern="1200" sz="1800">
        <a:solidFill>
          <a:schemeClr val="tx1"/>
        </a:solidFill>
        <a:latin typeface="+mn-lt"/>
        <a:ea typeface="+mn-ea"/>
        <a:cs typeface="+mn-cs"/>
      </a:defRPr>
    </a:lvl2pPr>
    <a:lvl3pPr defTabSz="457200" eaLnBrk="1" hangingPunct="1" latinLnBrk="0" lvl="2" marL="914400" rtl="0" algn="l">
      <a:defRPr kern="1200" sz="1800">
        <a:solidFill>
          <a:schemeClr val="tx1"/>
        </a:solidFill>
        <a:latin typeface="+mn-lt"/>
        <a:ea typeface="+mn-ea"/>
        <a:cs typeface="+mn-cs"/>
      </a:defRPr>
    </a:lvl3pPr>
    <a:lvl4pPr defTabSz="457200" eaLnBrk="1" hangingPunct="1" latinLnBrk="0" lvl="3" marL="1371600" rtl="0" algn="l">
      <a:defRPr kern="1200" sz="1800">
        <a:solidFill>
          <a:schemeClr val="tx1"/>
        </a:solidFill>
        <a:latin typeface="+mn-lt"/>
        <a:ea typeface="+mn-ea"/>
        <a:cs typeface="+mn-cs"/>
      </a:defRPr>
    </a:lvl4pPr>
    <a:lvl5pPr defTabSz="457200" eaLnBrk="1" hangingPunct="1" latinLnBrk="0" lvl="4" marL="1828800" rtl="0" algn="l">
      <a:defRPr kern="1200" sz="1800">
        <a:solidFill>
          <a:schemeClr val="tx1"/>
        </a:solidFill>
        <a:latin typeface="+mn-lt"/>
        <a:ea typeface="+mn-ea"/>
        <a:cs typeface="+mn-cs"/>
      </a:defRPr>
    </a:lvl5pPr>
    <a:lvl6pPr defTabSz="457200" eaLnBrk="1" hangingPunct="1" latinLnBrk="0" lvl="5" marL="2286000" rtl="0" algn="l">
      <a:defRPr kern="1200" sz="1800">
        <a:solidFill>
          <a:schemeClr val="tx1"/>
        </a:solidFill>
        <a:latin typeface="+mn-lt"/>
        <a:ea typeface="+mn-ea"/>
        <a:cs typeface="+mn-cs"/>
      </a:defRPr>
    </a:lvl6pPr>
    <a:lvl7pPr defTabSz="457200" eaLnBrk="1" hangingPunct="1" latinLnBrk="0" lvl="6" marL="2743200" rtl="0" algn="l">
      <a:defRPr kern="1200" sz="1800">
        <a:solidFill>
          <a:schemeClr val="tx1"/>
        </a:solidFill>
        <a:latin typeface="+mn-lt"/>
        <a:ea typeface="+mn-ea"/>
        <a:cs typeface="+mn-cs"/>
      </a:defRPr>
    </a:lvl7pPr>
    <a:lvl8pPr defTabSz="457200" eaLnBrk="1" hangingPunct="1" latinLnBrk="0" lvl="7" marL="3200400" rtl="0" algn="l">
      <a:defRPr kern="1200" sz="1800">
        <a:solidFill>
          <a:schemeClr val="tx1"/>
        </a:solidFill>
        <a:latin typeface="+mn-lt"/>
        <a:ea typeface="+mn-ea"/>
        <a:cs typeface="+mn-cs"/>
      </a:defRPr>
    </a:lvl8pPr>
    <a:lvl9pPr defTabSz="457200" eaLnBrk="1" hangingPunct="1" latinLnBrk="0" lvl="8" marL="3657600" rtl="0" algn="l">
      <a:defRPr kern="1200" sz="1800">
        <a:solidFill>
          <a:schemeClr val="tx1"/>
        </a:solidFill>
        <a:latin typeface="+mn-lt"/>
        <a:ea typeface="+mn-ea"/>
        <a:cs typeface="+mn-cs"/>
      </a:defRPr>
    </a:lvl9pPr>
  </p:defaultTextStyle>
  <p:extLst>
    <p:ext uri="{EFAFB233-063F-42B5-8137-9DF3F51BA10A}">
      <p15:sldGuideLst>
        <p15:guide id="1" orient="horz" pos="2880">
          <p15:clr>
            <a:srgbClr val="A4A3A4"/>
          </p15:clr>
        </p15:guide>
        <p15:guide id="2" pos="2160">
          <p15:clr>
            <a:srgbClr val="A4A3A4"/>
          </p15:clr>
        </p15:guide>
      </p15:sldGuideLst>
    </p:ext>
  </p:extLst>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1.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22" Type="http://schemas.openxmlformats.org/officeDocument/2006/relationships/tags" Target="tags/tag1.xml"/><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viewProps" Target="viewProps1.xml"/><Relationship Id="rId3" Type="http://schemas.openxmlformats.org/officeDocument/2006/relationships/presProps" Target="presProps1.xml"/><Relationship Id="rId4" Type="http://schemas.openxmlformats.org/officeDocument/2006/relationships/slideMaster" Target="slideMasters/slide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12700"/>
            <a:ext cx="18288000" cy="10299701"/>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2260601" y="3606801"/>
            <a:ext cx="11650404" cy="2469453"/>
          </a:xfrm>
        </p:spPr>
        <p:txBody>
          <a:bodyPr anchor="b">
            <a:noAutofit/>
          </a:bodyPr>
          <a:lstStyle>
            <a:lvl1pPr algn="r">
              <a:defRPr sz="81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2260601" y="6076250"/>
            <a:ext cx="11650404" cy="1645349"/>
          </a:xfrm>
        </p:spPr>
        <p:txBody>
          <a:bodyPr anchor="t"/>
          <a:lstStyle>
            <a:lvl1pPr marL="0" indent="0" algn="r">
              <a:buNone/>
              <a:defRPr>
                <a:solidFill>
                  <a:schemeClr val="tx1">
                    <a:lumMod val="50000"/>
                    <a:lumOff val="50000"/>
                  </a:schemeClr>
                </a:solidFill>
              </a:defRPr>
            </a:lvl1pPr>
            <a:lvl2pPr marL="685800" indent="0" algn="ctr">
              <a:buNone/>
              <a:defRPr>
                <a:solidFill>
                  <a:schemeClr val="tx1">
                    <a:tint val="75000"/>
                  </a:schemeClr>
                </a:solidFill>
              </a:defRPr>
            </a:lvl2pPr>
            <a:lvl3pPr marL="1371600" indent="0" algn="ctr">
              <a:buNone/>
              <a:defRPr>
                <a:solidFill>
                  <a:schemeClr val="tx1">
                    <a:tint val="75000"/>
                  </a:schemeClr>
                </a:solidFill>
              </a:defRPr>
            </a:lvl3pPr>
            <a:lvl4pPr marL="2057400" indent="0" algn="ctr">
              <a:buNone/>
              <a:defRPr>
                <a:solidFill>
                  <a:schemeClr val="tx1">
                    <a:tint val="75000"/>
                  </a:schemeClr>
                </a:solidFill>
              </a:defRPr>
            </a:lvl4pPr>
            <a:lvl5pPr marL="2743200" indent="0" algn="ctr">
              <a:buNone/>
              <a:defRPr>
                <a:solidFill>
                  <a:schemeClr val="tx1">
                    <a:tint val="75000"/>
                  </a:schemeClr>
                </a:solidFill>
              </a:defRPr>
            </a:lvl5pPr>
            <a:lvl6pPr marL="3429000" indent="0" algn="ctr">
              <a:buNone/>
              <a:defRPr>
                <a:solidFill>
                  <a:schemeClr val="tx1">
                    <a:tint val="75000"/>
                  </a:schemeClr>
                </a:solidFill>
              </a:defRPr>
            </a:lvl6pPr>
            <a:lvl7pPr marL="4114800" indent="0" algn="ctr">
              <a:buNone/>
              <a:defRPr>
                <a:solidFill>
                  <a:schemeClr val="tx1">
                    <a:tint val="75000"/>
                  </a:schemeClr>
                </a:solidFill>
              </a:defRPr>
            </a:lvl7pPr>
            <a:lvl8pPr marL="4800600" indent="0" algn="ctr">
              <a:buNone/>
              <a:defRPr>
                <a:solidFill>
                  <a:schemeClr val="tx1">
                    <a:tint val="75000"/>
                  </a:schemeClr>
                </a:solidFill>
              </a:defRPr>
            </a:lvl8pPr>
            <a:lvl9pPr marL="54864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10/4/2024</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5985718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54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10/4/2024</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9338787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16003" y="4051301"/>
            <a:ext cx="12895002" cy="2739872"/>
          </a:xfrm>
        </p:spPr>
        <p:txBody>
          <a:bodyPr anchor="b"/>
          <a:lstStyle>
            <a:lvl1pPr algn="l">
              <a:defRPr sz="6000" b="0" cap="none"/>
            </a:lvl1pPr>
          </a:lstStyle>
          <a:p>
            <a:r>
              <a:rPr lang="en-US"/>
              <a:t>Click to edit Master title style</a:t>
            </a:r>
            <a:endParaRPr lang="en-US" dirty="0"/>
          </a:p>
        </p:txBody>
      </p:sp>
      <p:sp>
        <p:nvSpPr>
          <p:cNvPr id="3" name="Text Placeholder 2"/>
          <p:cNvSpPr>
            <a:spLocks noGrp="1"/>
          </p:cNvSpPr>
          <p:nvPr>
            <p:ph type="body" idx="1"/>
          </p:nvPr>
        </p:nvSpPr>
        <p:spPr>
          <a:xfrm>
            <a:off x="1016003" y="6791172"/>
            <a:ext cx="12895002" cy="1290600"/>
          </a:xfrm>
        </p:spPr>
        <p:txBody>
          <a:bodyPr anchor="t"/>
          <a:lstStyle>
            <a:lvl1pPr marL="0" indent="0" algn="l">
              <a:buNone/>
              <a:defRPr sz="3000">
                <a:solidFill>
                  <a:schemeClr val="tx1">
                    <a:lumMod val="50000"/>
                    <a:lumOff val="50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10/4/2024</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8279331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16002" y="3240884"/>
            <a:ext cx="6276053" cy="58211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634955" y="3240884"/>
            <a:ext cx="6276051" cy="5821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10/4/2024</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9043116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13618" y="3241475"/>
            <a:ext cx="6278435" cy="864393"/>
          </a:xfrm>
        </p:spPr>
        <p:txBody>
          <a:bodyPr anchor="b">
            <a:noAutofit/>
          </a:bodyPr>
          <a:lstStyle>
            <a:lvl1pPr marL="0" indent="0">
              <a:buNone/>
              <a:defRPr sz="3600" b="0"/>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013618" y="4105868"/>
            <a:ext cx="6278435" cy="495617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632575" y="3241475"/>
            <a:ext cx="6278427" cy="864393"/>
          </a:xfrm>
        </p:spPr>
        <p:txBody>
          <a:bodyPr anchor="b">
            <a:noAutofit/>
          </a:bodyPr>
          <a:lstStyle>
            <a:lvl1pPr marL="0" indent="0">
              <a:buNone/>
              <a:defRPr sz="3600" b="0"/>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7632577" y="4105868"/>
            <a:ext cx="6278426" cy="495617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10/4/2024</a:t>
            </a:fld>
            <a:endParaRPr lang="en-US"/>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8116055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016001" y="914400"/>
            <a:ext cx="12895002" cy="19812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10/4/2024</a:t>
            </a:fld>
            <a:endParaRPr lang="en-US"/>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462220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10/4/2024</a:t>
            </a:fld>
            <a:endParaRPr lang="en-US"/>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9708710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16001" y="2247906"/>
            <a:ext cx="5781792" cy="1917699"/>
          </a:xfrm>
        </p:spPr>
        <p:txBody>
          <a:bodyPr anchor="b">
            <a:normAutofit/>
          </a:bodyPr>
          <a:lstStyle>
            <a:lvl1pPr>
              <a:defRPr sz="3000"/>
            </a:lvl1pPr>
          </a:lstStyle>
          <a:p>
            <a:r>
              <a:rPr lang="en-US"/>
              <a:t>Click to edit Master title style</a:t>
            </a:r>
            <a:endParaRPr lang="en-US" dirty="0"/>
          </a:p>
        </p:txBody>
      </p:sp>
      <p:sp>
        <p:nvSpPr>
          <p:cNvPr id="3" name="Content Placeholder 2"/>
          <p:cNvSpPr>
            <a:spLocks noGrp="1"/>
          </p:cNvSpPr>
          <p:nvPr>
            <p:ph idx="1"/>
          </p:nvPr>
        </p:nvSpPr>
        <p:spPr>
          <a:xfrm>
            <a:off x="7140692" y="772387"/>
            <a:ext cx="6770312" cy="828965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16001" y="4165604"/>
            <a:ext cx="5781792" cy="3876674"/>
          </a:xfrm>
        </p:spPr>
        <p:txBody>
          <a:bodyPr>
            <a:normAutofit/>
          </a:bodyPr>
          <a:lstStyle>
            <a:lvl1pPr marL="0" indent="0">
              <a:buNone/>
              <a:defRPr sz="2100"/>
            </a:lvl1pPr>
            <a:lvl2pPr marL="685595" indent="0">
              <a:buNone/>
              <a:defRPr sz="2100"/>
            </a:lvl2pPr>
            <a:lvl3pPr marL="1371189" indent="0">
              <a:buNone/>
              <a:defRPr sz="1800"/>
            </a:lvl3pPr>
            <a:lvl4pPr marL="2056784" indent="0">
              <a:buNone/>
              <a:defRPr sz="1500"/>
            </a:lvl4pPr>
            <a:lvl5pPr marL="2742377" indent="0">
              <a:buNone/>
              <a:defRPr sz="1500"/>
            </a:lvl5pPr>
            <a:lvl6pPr marL="3427971" indent="0">
              <a:buNone/>
              <a:defRPr sz="1500"/>
            </a:lvl6pPr>
            <a:lvl7pPr marL="4113566" indent="0">
              <a:buNone/>
              <a:defRPr sz="1500"/>
            </a:lvl7pPr>
            <a:lvl8pPr marL="4799160" indent="0">
              <a:buNone/>
              <a:defRPr sz="1500"/>
            </a:lvl8pPr>
            <a:lvl9pPr marL="5484755"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10/4/2024</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62478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16002" y="7200900"/>
            <a:ext cx="12895001" cy="85010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16001" y="914400"/>
            <a:ext cx="12895002" cy="5768577"/>
          </a:xfrm>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016002" y="8051007"/>
            <a:ext cx="12895001" cy="1011036"/>
          </a:xfrm>
        </p:spPr>
        <p:txBody>
          <a:bodyPr>
            <a:normAutofit/>
          </a:bodyPr>
          <a:lstStyle>
            <a:lvl1pPr marL="0" indent="0">
              <a:buNone/>
              <a:defRPr sz="18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10/4/2024</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41233721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016003" y="914400"/>
            <a:ext cx="12895002" cy="5105400"/>
          </a:xfrm>
        </p:spPr>
        <p:txBody>
          <a:bodyPr anchor="ctr">
            <a:normAutofit/>
          </a:bodyPr>
          <a:lstStyle>
            <a:lvl1pPr algn="l">
              <a:defRPr sz="6600" b="0" cap="none"/>
            </a:lvl1pPr>
          </a:lstStyle>
          <a:p>
            <a:r>
              <a:rPr lang="en-US"/>
              <a:t>Click to edit Master title style</a:t>
            </a:r>
            <a:endParaRPr lang="en-US" dirty="0"/>
          </a:p>
        </p:txBody>
      </p:sp>
      <p:sp>
        <p:nvSpPr>
          <p:cNvPr id="3" name="Text Placeholder 2"/>
          <p:cNvSpPr>
            <a:spLocks noGrp="1"/>
          </p:cNvSpPr>
          <p:nvPr>
            <p:ph type="body" idx="1"/>
          </p:nvPr>
        </p:nvSpPr>
        <p:spPr>
          <a:xfrm>
            <a:off x="1016003" y="6705600"/>
            <a:ext cx="12895002" cy="2356443"/>
          </a:xfrm>
        </p:spPr>
        <p:txBody>
          <a:bodyPr anchor="ctr">
            <a:normAutofit/>
          </a:bodyPr>
          <a:lstStyle>
            <a:lvl1pPr marL="0" indent="0" algn="l">
              <a:buNone/>
              <a:defRPr sz="2700">
                <a:solidFill>
                  <a:schemeClr val="tx1">
                    <a:lumMod val="75000"/>
                    <a:lumOff val="25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10/4/2024</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9030390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97001" y="914400"/>
            <a:ext cx="12141201" cy="4533900"/>
          </a:xfrm>
        </p:spPr>
        <p:txBody>
          <a:bodyPr anchor="ctr">
            <a:normAutofit/>
          </a:bodyPr>
          <a:lstStyle>
            <a:lvl1pPr algn="l">
              <a:defRPr sz="66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2049209" y="5448300"/>
            <a:ext cx="10836786" cy="571500"/>
          </a:xfrm>
        </p:spPr>
        <p:txBody>
          <a:bodyPr anchor="ctr">
            <a:noAutofit/>
          </a:bodyPr>
          <a:lstStyle>
            <a:lvl1pPr marL="0" indent="0">
              <a:buFontTx/>
              <a:buNone/>
              <a:defRPr sz="2400">
                <a:solidFill>
                  <a:schemeClr val="tx1">
                    <a:lumMod val="50000"/>
                    <a:lumOff val="50000"/>
                  </a:schemeClr>
                </a:solidFill>
              </a:defRPr>
            </a:lvl1pPr>
            <a:lvl2pPr marL="685800" indent="0">
              <a:buFontTx/>
              <a:buNone/>
              <a:defRPr/>
            </a:lvl2pPr>
            <a:lvl3pPr marL="1371600" indent="0">
              <a:buFontTx/>
              <a:buNone/>
              <a:defRPr/>
            </a:lvl3pPr>
            <a:lvl4pPr marL="2057400" indent="0">
              <a:buFontTx/>
              <a:buNone/>
              <a:defRPr/>
            </a:lvl4pPr>
            <a:lvl5pPr marL="2743200" indent="0">
              <a:buFontTx/>
              <a:buNone/>
              <a:defRPr/>
            </a:lvl5pPr>
          </a:lstStyle>
          <a:p>
            <a:pPr lvl="0"/>
            <a:r>
              <a:rPr lang="en-US"/>
              <a:t>Click to edit Master text styles</a:t>
            </a:r>
          </a:p>
        </p:txBody>
      </p:sp>
      <p:sp>
        <p:nvSpPr>
          <p:cNvPr id="3" name="Text Placeholder 2"/>
          <p:cNvSpPr>
            <a:spLocks noGrp="1"/>
          </p:cNvSpPr>
          <p:nvPr>
            <p:ph type="body" idx="1"/>
          </p:nvPr>
        </p:nvSpPr>
        <p:spPr>
          <a:xfrm>
            <a:off x="1016003" y="6705600"/>
            <a:ext cx="12895002" cy="2356443"/>
          </a:xfrm>
        </p:spPr>
        <p:txBody>
          <a:bodyPr anchor="ctr">
            <a:normAutofit/>
          </a:bodyPr>
          <a:lstStyle>
            <a:lvl1pPr marL="0" indent="0" algn="l">
              <a:buNone/>
              <a:defRPr sz="2700">
                <a:solidFill>
                  <a:schemeClr val="tx1">
                    <a:lumMod val="75000"/>
                    <a:lumOff val="25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10/4/2024</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
        <p:nvSpPr>
          <p:cNvPr id="20" name="TextBox 19"/>
          <p:cNvSpPr txBox="1"/>
          <p:nvPr/>
        </p:nvSpPr>
        <p:spPr>
          <a:xfrm>
            <a:off x="812805" y="1185567"/>
            <a:ext cx="914400" cy="877164"/>
          </a:xfrm>
          <a:prstGeom prst="rect">
            <a:avLst/>
          </a:prstGeom>
        </p:spPr>
        <p:txBody>
          <a:bodyPr vert="horz" lIns="137160" tIns="68580" rIns="137160" bIns="68580" rtlCol="0" anchor="ctr">
            <a:noAutofit/>
          </a:bodyPr>
          <a:lstStyle/>
          <a:p>
            <a:pPr lvl="0"/>
            <a:r>
              <a:rPr lang="en-US" sz="12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13339517" y="4329834"/>
            <a:ext cx="914400" cy="877164"/>
          </a:xfrm>
          <a:prstGeom prst="rect">
            <a:avLst/>
          </a:prstGeom>
        </p:spPr>
        <p:txBody>
          <a:bodyPr vert="horz" lIns="137160" tIns="68580" rIns="137160" bIns="68580" rtlCol="0" anchor="ctr">
            <a:noAutofit/>
          </a:bodyPr>
          <a:lstStyle/>
          <a:p>
            <a:pPr lvl="0"/>
            <a:r>
              <a:rPr lang="en-US" sz="12000" baseline="0" dirty="0">
                <a:ln w="3175" cmpd="sng">
                  <a:noFill/>
                </a:ln>
                <a:solidFill>
                  <a:schemeClr val="accent1">
                    <a:lumMod val="60000"/>
                    <a:lumOff val="40000"/>
                  </a:schemeClr>
                </a:solidFill>
                <a:latin typeface="Arial"/>
              </a:rPr>
              <a:t>”</a:t>
            </a:r>
            <a:endParaRPr lang="en-US" sz="2700" dirty="0">
              <a:solidFill>
                <a:schemeClr val="accent1">
                  <a:lumMod val="60000"/>
                  <a:lumOff val="40000"/>
                </a:schemeClr>
              </a:solidFill>
              <a:latin typeface="Arial"/>
            </a:endParaRPr>
          </a:p>
        </p:txBody>
      </p:sp>
    </p:spTree>
    <p:extLst>
      <p:ext uri="{BB962C8B-B14F-4D97-AF65-F5344CB8AC3E}">
        <p14:creationId xmlns:p14="http://schemas.microsoft.com/office/powerpoint/2010/main" val="39306991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016003" y="2897982"/>
            <a:ext cx="12895002" cy="3893190"/>
          </a:xfrm>
        </p:spPr>
        <p:txBody>
          <a:bodyPr anchor="b">
            <a:normAutofit/>
          </a:bodyPr>
          <a:lstStyle>
            <a:lvl1pPr algn="l">
              <a:defRPr sz="6600" b="0" cap="none"/>
            </a:lvl1pPr>
          </a:lstStyle>
          <a:p>
            <a:r>
              <a:rPr lang="en-US"/>
              <a:t>Click to edit Master title style</a:t>
            </a:r>
            <a:endParaRPr lang="en-US" dirty="0"/>
          </a:p>
        </p:txBody>
      </p:sp>
      <p:sp>
        <p:nvSpPr>
          <p:cNvPr id="3" name="Text Placeholder 2"/>
          <p:cNvSpPr>
            <a:spLocks noGrp="1"/>
          </p:cNvSpPr>
          <p:nvPr>
            <p:ph type="body" idx="1"/>
          </p:nvPr>
        </p:nvSpPr>
        <p:spPr>
          <a:xfrm>
            <a:off x="1016003" y="6791172"/>
            <a:ext cx="12895002" cy="2270871"/>
          </a:xfrm>
        </p:spPr>
        <p:txBody>
          <a:bodyPr anchor="t">
            <a:normAutofit/>
          </a:bodyPr>
          <a:lstStyle>
            <a:lvl1pPr marL="0" indent="0" algn="l">
              <a:buNone/>
              <a:defRPr sz="2700">
                <a:solidFill>
                  <a:schemeClr val="tx1">
                    <a:lumMod val="75000"/>
                    <a:lumOff val="25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10/4/2024</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848961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397001" y="914400"/>
            <a:ext cx="12141201" cy="4533900"/>
          </a:xfrm>
        </p:spPr>
        <p:txBody>
          <a:bodyPr anchor="ctr">
            <a:normAutofit/>
          </a:bodyPr>
          <a:lstStyle>
            <a:lvl1pPr algn="l">
              <a:defRPr sz="66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015999" y="6019800"/>
            <a:ext cx="12895004" cy="771372"/>
          </a:xfrm>
        </p:spPr>
        <p:txBody>
          <a:bodyPr anchor="b">
            <a:noAutofit/>
          </a:bodyPr>
          <a:lstStyle>
            <a:lvl1pPr marL="0" indent="0">
              <a:buFontTx/>
              <a:buNone/>
              <a:defRPr sz="3600">
                <a:solidFill>
                  <a:schemeClr val="tx1">
                    <a:lumMod val="75000"/>
                    <a:lumOff val="25000"/>
                  </a:schemeClr>
                </a:solidFill>
              </a:defRPr>
            </a:lvl1pPr>
            <a:lvl2pPr marL="685800" indent="0">
              <a:buFontTx/>
              <a:buNone/>
              <a:defRPr/>
            </a:lvl2pPr>
            <a:lvl3pPr marL="1371600" indent="0">
              <a:buFontTx/>
              <a:buNone/>
              <a:defRPr/>
            </a:lvl3pPr>
            <a:lvl4pPr marL="2057400" indent="0">
              <a:buFontTx/>
              <a:buNone/>
              <a:defRPr/>
            </a:lvl4pPr>
            <a:lvl5pPr marL="2743200" indent="0">
              <a:buFontTx/>
              <a:buNone/>
              <a:defRPr/>
            </a:lvl5pPr>
          </a:lstStyle>
          <a:p>
            <a:pPr lvl="0"/>
            <a:r>
              <a:rPr lang="en-US"/>
              <a:t>Click to edit Master text styles</a:t>
            </a:r>
          </a:p>
        </p:txBody>
      </p:sp>
      <p:sp>
        <p:nvSpPr>
          <p:cNvPr id="3" name="Text Placeholder 2"/>
          <p:cNvSpPr>
            <a:spLocks noGrp="1"/>
          </p:cNvSpPr>
          <p:nvPr>
            <p:ph type="body" idx="1"/>
          </p:nvPr>
        </p:nvSpPr>
        <p:spPr>
          <a:xfrm>
            <a:off x="1016003" y="6791172"/>
            <a:ext cx="12895002" cy="2270871"/>
          </a:xfrm>
        </p:spPr>
        <p:txBody>
          <a:bodyPr anchor="t">
            <a:normAutofit/>
          </a:bodyPr>
          <a:lstStyle>
            <a:lvl1pPr marL="0" indent="0" algn="l">
              <a:buNone/>
              <a:defRPr sz="2700">
                <a:solidFill>
                  <a:schemeClr val="tx1">
                    <a:lumMod val="50000"/>
                    <a:lumOff val="50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10/4/2024</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
        <p:nvSpPr>
          <p:cNvPr id="24" name="TextBox 23"/>
          <p:cNvSpPr txBox="1"/>
          <p:nvPr/>
        </p:nvSpPr>
        <p:spPr>
          <a:xfrm>
            <a:off x="812805" y="1185567"/>
            <a:ext cx="914400" cy="877164"/>
          </a:xfrm>
          <a:prstGeom prst="rect">
            <a:avLst/>
          </a:prstGeom>
        </p:spPr>
        <p:txBody>
          <a:bodyPr vert="horz" lIns="137160" tIns="68580" rIns="137160" bIns="68580" rtlCol="0" anchor="ctr">
            <a:noAutofit/>
          </a:bodyPr>
          <a:lstStyle/>
          <a:p>
            <a:pPr lvl="0"/>
            <a:r>
              <a:rPr lang="en-US" sz="12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13339517" y="4329834"/>
            <a:ext cx="914400" cy="877164"/>
          </a:xfrm>
          <a:prstGeom prst="rect">
            <a:avLst/>
          </a:prstGeom>
        </p:spPr>
        <p:txBody>
          <a:bodyPr vert="horz" lIns="137160" tIns="68580" rIns="137160" bIns="68580" rtlCol="0" anchor="ctr">
            <a:noAutofit/>
          </a:bodyPr>
          <a:lstStyle/>
          <a:p>
            <a:pPr lvl="0"/>
            <a:r>
              <a:rPr lang="en-US" sz="12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6748673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028699" y="914400"/>
            <a:ext cx="12882305" cy="4533900"/>
          </a:xfrm>
        </p:spPr>
        <p:txBody>
          <a:bodyPr anchor="ctr">
            <a:normAutofit/>
          </a:bodyPr>
          <a:lstStyle>
            <a:lvl1pPr algn="l">
              <a:defRPr sz="66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015999" y="6019800"/>
            <a:ext cx="12895004" cy="771372"/>
          </a:xfrm>
        </p:spPr>
        <p:txBody>
          <a:bodyPr anchor="b">
            <a:noAutofit/>
          </a:bodyPr>
          <a:lstStyle>
            <a:lvl1pPr marL="0" indent="0">
              <a:buFontTx/>
              <a:buNone/>
              <a:defRPr sz="3600">
                <a:solidFill>
                  <a:schemeClr val="accent1"/>
                </a:solidFill>
              </a:defRPr>
            </a:lvl1pPr>
            <a:lvl2pPr marL="685800" indent="0">
              <a:buFontTx/>
              <a:buNone/>
              <a:defRPr/>
            </a:lvl2pPr>
            <a:lvl3pPr marL="1371600" indent="0">
              <a:buFontTx/>
              <a:buNone/>
              <a:defRPr/>
            </a:lvl3pPr>
            <a:lvl4pPr marL="2057400" indent="0">
              <a:buFontTx/>
              <a:buNone/>
              <a:defRPr/>
            </a:lvl4pPr>
            <a:lvl5pPr marL="2743200" indent="0">
              <a:buFontTx/>
              <a:buNone/>
              <a:defRPr/>
            </a:lvl5pPr>
          </a:lstStyle>
          <a:p>
            <a:pPr lvl="0"/>
            <a:r>
              <a:rPr lang="en-US"/>
              <a:t>Click to edit Master text styles</a:t>
            </a:r>
          </a:p>
        </p:txBody>
      </p:sp>
      <p:sp>
        <p:nvSpPr>
          <p:cNvPr id="3" name="Text Placeholder 2"/>
          <p:cNvSpPr>
            <a:spLocks noGrp="1"/>
          </p:cNvSpPr>
          <p:nvPr>
            <p:ph type="body" idx="1"/>
          </p:nvPr>
        </p:nvSpPr>
        <p:spPr>
          <a:xfrm>
            <a:off x="1016003" y="6791172"/>
            <a:ext cx="12895002" cy="2270871"/>
          </a:xfrm>
        </p:spPr>
        <p:txBody>
          <a:bodyPr anchor="t">
            <a:normAutofit/>
          </a:bodyPr>
          <a:lstStyle>
            <a:lvl1pPr marL="0" indent="0" algn="l">
              <a:buNone/>
              <a:defRPr sz="2700">
                <a:solidFill>
                  <a:schemeClr val="tx1">
                    <a:lumMod val="50000"/>
                    <a:lumOff val="50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10/4/2024</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2318049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10/4/2024</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2452700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951510" y="914399"/>
            <a:ext cx="1957115" cy="787717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016003" y="914400"/>
            <a:ext cx="10590225" cy="78771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10/4/2024</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12443649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9200" b="1" i="0">
                <a:solidFill>
                  <a:schemeClr val="tx1"/>
                </a:solidFill>
                <a:latin typeface="Tahoma"/>
                <a:cs typeface="Tahoma"/>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3300" b="0" i="0">
                <a:solidFill>
                  <a:schemeClr val="tx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10/4/2024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8044864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12700"/>
            <a:ext cx="18288000" cy="10299701"/>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1016001" y="914400"/>
            <a:ext cx="12895002" cy="19812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016001" y="3240884"/>
            <a:ext cx="12895002" cy="5821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807700" y="9062044"/>
            <a:ext cx="1367909" cy="547688"/>
          </a:xfrm>
          <a:prstGeom prst="rect">
            <a:avLst/>
          </a:prstGeom>
        </p:spPr>
        <p:txBody>
          <a:bodyPr vert="horz" lIns="91440" tIns="45720" rIns="91440" bIns="45720" rtlCol="0" anchor="ctr"/>
          <a:lstStyle>
            <a:lvl1pPr algn="r">
              <a:defRPr sz="1350">
                <a:solidFill>
                  <a:schemeClr val="tx1">
                    <a:tint val="75000"/>
                  </a:schemeClr>
                </a:solidFill>
              </a:defRPr>
            </a:lvl1pPr>
          </a:lstStyle>
          <a:p>
            <a:fld id="{1D8BD707-D9CF-40AE-B4C6-C98DA3205C09}" type="datetimeFigureOut">
              <a:rPr lang="en-US" smtClean="0"/>
              <a:t>10/4/2024</a:t>
            </a:fld>
            <a:endParaRPr lang="en-US"/>
          </a:p>
        </p:txBody>
      </p:sp>
      <p:sp>
        <p:nvSpPr>
          <p:cNvPr id="5" name="Footer Placeholder 4"/>
          <p:cNvSpPr>
            <a:spLocks noGrp="1"/>
          </p:cNvSpPr>
          <p:nvPr>
            <p:ph type="ftr" sz="quarter" idx="3"/>
          </p:nvPr>
        </p:nvSpPr>
        <p:spPr>
          <a:xfrm>
            <a:off x="1016001" y="9062044"/>
            <a:ext cx="9446418" cy="547688"/>
          </a:xfrm>
          <a:prstGeom prst="rect">
            <a:avLst/>
          </a:prstGeom>
        </p:spPr>
        <p:txBody>
          <a:bodyPr vert="horz" lIns="91440" tIns="45720" rIns="91440" bIns="45720" rtlCol="0" anchor="ctr"/>
          <a:lstStyle>
            <a:lvl1pPr algn="l">
              <a:defRPr sz="135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2885995" y="9062044"/>
            <a:ext cx="1025009" cy="547688"/>
          </a:xfrm>
          <a:prstGeom prst="rect">
            <a:avLst/>
          </a:prstGeom>
        </p:spPr>
        <p:txBody>
          <a:bodyPr vert="horz" lIns="91440" tIns="45720" rIns="91440" bIns="45720" rtlCol="0" anchor="ctr"/>
          <a:lstStyle>
            <a:lvl1pPr algn="r">
              <a:defRPr sz="1350">
                <a:solidFill>
                  <a:schemeClr val="accent1"/>
                </a:solidFill>
              </a:defRPr>
            </a:lvl1pPr>
          </a:lstStyle>
          <a:p>
            <a:fld id="{B6F15528-21DE-4FAA-801E-634DDDAF4B2B}" type="slidenum">
              <a:rPr lang="en-IN" smtClean="0"/>
              <a:t>‹#›</a:t>
            </a:fld>
            <a:endParaRPr lang="en-IN"/>
          </a:p>
        </p:txBody>
      </p:sp>
    </p:spTree>
    <p:extLst>
      <p:ext uri="{BB962C8B-B14F-4D97-AF65-F5344CB8AC3E}">
        <p14:creationId xmlns:p14="http://schemas.microsoft.com/office/powerpoint/2010/main" val="2442904436"/>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 id="2147483773" r:id="rId12"/>
    <p:sldLayoutId id="2147483774" r:id="rId13"/>
    <p:sldLayoutId id="2147483775" r:id="rId14"/>
    <p:sldLayoutId id="2147483776" r:id="rId15"/>
    <p:sldLayoutId id="2147483777" r:id="rId16"/>
    <p:sldLayoutId id="2147483778" r:id="rId17"/>
  </p:sldLayoutIdLst>
  <p:txStyles>
    <p:titleStyle>
      <a:lvl1pPr algn="l" defTabSz="6858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514350" indent="-514350" algn="l" defTabSz="685800" rtl="0" eaLnBrk="1" latinLnBrk="0" hangingPunct="1">
        <a:spcBef>
          <a:spcPts val="1500"/>
        </a:spcBef>
        <a:spcAft>
          <a:spcPts val="0"/>
        </a:spcAft>
        <a:buClr>
          <a:schemeClr val="accent1"/>
        </a:buClr>
        <a:buSzPct val="80000"/>
        <a:buFont typeface="Wingdings 3" charset="2"/>
        <a:buChar char=""/>
        <a:defRPr sz="2700" kern="1200">
          <a:solidFill>
            <a:schemeClr val="tx1">
              <a:lumMod val="75000"/>
              <a:lumOff val="25000"/>
            </a:schemeClr>
          </a:solidFill>
          <a:latin typeface="+mn-lt"/>
          <a:ea typeface="+mn-ea"/>
          <a:cs typeface="+mn-cs"/>
        </a:defRPr>
      </a:lvl1pPr>
      <a:lvl2pPr marL="1114425" indent="-428625" algn="l" defTabSz="685800" rtl="0" eaLnBrk="1" latinLnBrk="0" hangingPunct="1">
        <a:spcBef>
          <a:spcPts val="1500"/>
        </a:spcBef>
        <a:spcAft>
          <a:spcPts val="0"/>
        </a:spcAft>
        <a:buClr>
          <a:schemeClr val="accent1"/>
        </a:buClr>
        <a:buSzPct val="80000"/>
        <a:buFont typeface="Wingdings 3" charset="2"/>
        <a:buChar char=""/>
        <a:defRPr sz="2400" kern="1200">
          <a:solidFill>
            <a:schemeClr val="tx1">
              <a:lumMod val="75000"/>
              <a:lumOff val="25000"/>
            </a:schemeClr>
          </a:solidFill>
          <a:latin typeface="+mn-lt"/>
          <a:ea typeface="+mn-ea"/>
          <a:cs typeface="+mn-cs"/>
        </a:defRPr>
      </a:lvl2pPr>
      <a:lvl3pPr marL="1714500" indent="-342900" algn="l" defTabSz="685800" rtl="0" eaLnBrk="1" latinLnBrk="0" hangingPunct="1">
        <a:spcBef>
          <a:spcPts val="1500"/>
        </a:spcBef>
        <a:spcAft>
          <a:spcPts val="0"/>
        </a:spcAft>
        <a:buClr>
          <a:schemeClr val="accent1"/>
        </a:buClr>
        <a:buSzPct val="80000"/>
        <a:buFont typeface="Wingdings 3" charset="2"/>
        <a:buChar char=""/>
        <a:defRPr sz="2100" kern="1200">
          <a:solidFill>
            <a:schemeClr val="tx1">
              <a:lumMod val="75000"/>
              <a:lumOff val="25000"/>
            </a:schemeClr>
          </a:solidFill>
          <a:latin typeface="+mn-lt"/>
          <a:ea typeface="+mn-ea"/>
          <a:cs typeface="+mn-cs"/>
        </a:defRPr>
      </a:lvl3pPr>
      <a:lvl4pPr marL="24003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4pPr>
      <a:lvl5pPr marL="30861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5pPr>
      <a:lvl6pPr marL="37719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6pPr>
      <a:lvl7pPr marL="44577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7pPr>
      <a:lvl8pPr marL="51435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8pPr>
      <a:lvl9pPr marL="58293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0.jp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8" name="Shape 1028"/>
        <p:cNvGrpSpPr/>
        <p:nvPr/>
      </p:nvGrpSpPr>
      <p:grpSpPr>
        <a:xfrm>
          <a:off x="0" y="0"/>
          <a:ext cx="0" cy="0"/>
          <a:chOff x="0" y="0"/>
          <a:chExt cx="0" cy="0"/>
        </a:xfrm>
      </p:grpSpPr>
      <p:sp>
        <p:nvSpPr>
          <p:cNvPr id="1029" name="Google Shape;1029;p1"/>
          <p:cNvSpPr txBox="1"/>
          <p:nvPr>
            <p:ph type="title"/>
          </p:nvPr>
        </p:nvSpPr>
        <p:spPr>
          <a:xfrm>
            <a:off x="741200" y="3800479"/>
            <a:ext cx="9638100" cy="1899000"/>
          </a:xfrm>
          <a:prstGeom prst="rect">
            <a:avLst/>
          </a:prstGeom>
          <a:noFill/>
          <a:ln>
            <a:noFill/>
          </a:ln>
        </p:spPr>
        <p:txBody>
          <a:bodyPr anchorCtr="0" anchor="t" bIns="0" lIns="0" spcFirstLastPara="1" rIns="0" wrap="square" tIns="13325">
            <a:spAutoFit/>
          </a:bodyPr>
          <a:lstStyle/>
          <a:p>
            <a:pPr indent="0" lvl="0" marL="12700" rtl="0" algn="l">
              <a:lnSpc>
                <a:spcPct val="119352"/>
              </a:lnSpc>
              <a:spcBef>
                <a:spcPts val="0"/>
              </a:spcBef>
              <a:spcAft>
                <a:spcPts val="0"/>
              </a:spcAft>
              <a:buClr>
                <a:schemeClr val="accent5"/>
              </a:buClr>
              <a:buSzPts val="6950"/>
              <a:buFont typeface="Trebuchet MS"/>
              <a:buNone/>
            </a:pPr>
            <a:r>
              <a:rPr lang="en-US" sz="6950">
                <a:solidFill>
                  <a:schemeClr val="accent5"/>
                </a:solidFill>
              </a:rPr>
              <a:t>Fake News Detection</a:t>
            </a:r>
            <a:endParaRPr sz="6950">
              <a:solidFill>
                <a:schemeClr val="accent5"/>
              </a:solidFill>
            </a:endParaRPr>
          </a:p>
          <a:p>
            <a:pPr indent="0" lvl="0" marL="1824354" rtl="0" algn="l">
              <a:lnSpc>
                <a:spcPct val="118636"/>
              </a:lnSpc>
              <a:spcBef>
                <a:spcPts val="0"/>
              </a:spcBef>
              <a:spcAft>
                <a:spcPts val="0"/>
              </a:spcAft>
              <a:buClr>
                <a:schemeClr val="accent1"/>
              </a:buClr>
              <a:buSzPts val="3300"/>
              <a:buFont typeface="Arial Black"/>
              <a:buNone/>
            </a:pPr>
            <a:r>
              <a:rPr b="0" lang="en-US" sz="3300">
                <a:latin typeface="Arial Black"/>
                <a:ea typeface="Arial Black"/>
                <a:cs typeface="Arial Black"/>
                <a:sym typeface="Arial Black"/>
              </a:rPr>
              <a:t>               using Machine Learning</a:t>
            </a:r>
            <a:endParaRPr sz="3300">
              <a:latin typeface="Arial Black"/>
              <a:ea typeface="Arial Black"/>
              <a:cs typeface="Arial Black"/>
              <a:sym typeface="Arial Black"/>
            </a:endParaRPr>
          </a:p>
        </p:txBody>
      </p:sp>
      <p:sp>
        <p:nvSpPr>
          <p:cNvPr id="1030" name="Google Shape;1030;p1"/>
          <p:cNvSpPr txBox="1"/>
          <p:nvPr/>
        </p:nvSpPr>
        <p:spPr>
          <a:xfrm>
            <a:off x="1187132" y="6895517"/>
            <a:ext cx="8446200" cy="5976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i="0" lang="en-US" sz="3800" u="none" cap="none" strike="noStrike">
                <a:solidFill>
                  <a:schemeClr val="dk1"/>
                </a:solidFill>
                <a:latin typeface="Tahoma"/>
                <a:ea typeface="Tahoma"/>
                <a:cs typeface="Tahoma"/>
                <a:sym typeface="Tahoma"/>
              </a:rPr>
              <a:t>Project Domain: Machine Learning</a:t>
            </a:r>
            <a:endParaRPr b="0" i="0" sz="3800" u="none" cap="none" strike="noStrike">
              <a:solidFill>
                <a:schemeClr val="dk1"/>
              </a:solidFill>
              <a:latin typeface="Tahoma"/>
              <a:ea typeface="Tahoma"/>
              <a:cs typeface="Tahoma"/>
              <a:sym typeface="Tahoma"/>
            </a:endParaRPr>
          </a:p>
        </p:txBody>
      </p:sp>
      <p:sp>
        <p:nvSpPr>
          <p:cNvPr id="1031" name="Google Shape;1031;p1"/>
          <p:cNvSpPr txBox="1"/>
          <p:nvPr/>
        </p:nvSpPr>
        <p:spPr>
          <a:xfrm>
            <a:off x="6927" y="1303021"/>
            <a:ext cx="16774200" cy="980400"/>
          </a:xfrm>
          <a:prstGeom prst="rect">
            <a:avLst/>
          </a:prstGeom>
          <a:noFill/>
          <a:ln>
            <a:noFill/>
          </a:ln>
        </p:spPr>
        <p:txBody>
          <a:bodyPr anchorCtr="0" anchor="t" bIns="0" lIns="0" spcFirstLastPara="1" rIns="0" wrap="square" tIns="147950">
            <a:spAutoFit/>
          </a:bodyPr>
          <a:lstStyle/>
          <a:p>
            <a:pPr indent="0" lvl="0" marL="12700" marR="0" rtl="0" algn="l">
              <a:lnSpc>
                <a:spcPct val="100000"/>
              </a:lnSpc>
              <a:spcBef>
                <a:spcPts val="0"/>
              </a:spcBef>
              <a:spcAft>
                <a:spcPts val="0"/>
              </a:spcAft>
              <a:buNone/>
            </a:pPr>
            <a:r>
              <a:rPr b="1" i="0" lang="en-US" sz="3450" u="none" cap="none" strike="noStrike">
                <a:solidFill>
                  <a:schemeClr val="dk1"/>
                </a:solidFill>
                <a:latin typeface="Tahoma"/>
                <a:ea typeface="Tahoma"/>
                <a:cs typeface="Tahoma"/>
                <a:sym typeface="Tahoma"/>
              </a:rPr>
              <a:t>            </a:t>
            </a:r>
            <a:r>
              <a:rPr b="1" i="0" lang="en-US" sz="5400" u="none" cap="none" strike="noStrike">
                <a:solidFill>
                  <a:schemeClr val="dk1"/>
                </a:solidFill>
                <a:latin typeface="Tahoma"/>
                <a:ea typeface="Tahoma"/>
                <a:cs typeface="Tahoma"/>
                <a:sym typeface="Tahoma"/>
              </a:rPr>
              <a:t>Government College of Engineering ,Karad</a:t>
            </a:r>
            <a:endParaRPr b="0" i="0" sz="5400" u="none" cap="none" strike="noStrike">
              <a:solidFill>
                <a:schemeClr val="dk1"/>
              </a:solidFill>
              <a:latin typeface="Tahoma"/>
              <a:ea typeface="Tahoma"/>
              <a:cs typeface="Tahoma"/>
              <a:sym typeface="Tahoma"/>
            </a:endParaRPr>
          </a:p>
        </p:txBody>
      </p:sp>
      <p:pic>
        <p:nvPicPr>
          <p:cNvPr descr="No message in fake news - Seven types of fake news identified to help detect  misinformation | The Economic Times" id="1032" name="Google Shape;1032;p1"/>
          <p:cNvPicPr preferRelativeResize="0"/>
          <p:nvPr/>
        </p:nvPicPr>
        <p:blipFill rotWithShape="1">
          <a:blip r:embed="rId2">
            <a:alphaModFix/>
          </a:blip>
          <a:srcRect b="0" l="0" r="0" t="0"/>
          <a:stretch/>
        </p:blipFill>
        <p:spPr>
          <a:xfrm>
            <a:off x="11201400" y="3619500"/>
            <a:ext cx="6096000" cy="4572000"/>
          </a:xfrm>
          <a:prstGeom prst="roundRect">
            <a:avLst>
              <a:gd fmla="val 8594" name="adj"/>
            </a:avLst>
          </a:prstGeom>
          <a:solidFill>
            <a:srgbClr val="ECECEC"/>
          </a:solidFill>
          <a:ln>
            <a:noFill/>
          </a:ln>
          <a:effectLst>
            <a:reflection blurRad="0" dir="5400000" dist="5000" endA="0" endPos="28000" fadeDir="5400012" kx="0" rotWithShape="0" algn="bl" stA="38000" stPos="0" sy="-100000" ky="0"/>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3600" y="1104900"/>
            <a:ext cx="14752548" cy="1107996"/>
          </a:xfrm>
        </p:spPr>
        <p:txBody>
          <a:bodyPr>
            <a:normAutofit fontScale="90000"/>
          </a:bodyPr>
          <a:lstStyle/>
          <a:p>
            <a:r>
              <a:rPr lang="en-IN" sz="7200" b="1" u="sng" spc="220" dirty="0">
                <a:solidFill>
                  <a:srgbClr val="00204B"/>
                </a:solidFill>
              </a:rPr>
              <a:t>TABLE</a:t>
            </a:r>
            <a:r>
              <a:rPr lang="en-IN" sz="7200" b="1" u="sng" spc="-475" dirty="0">
                <a:solidFill>
                  <a:srgbClr val="00204B"/>
                </a:solidFill>
              </a:rPr>
              <a:t> </a:t>
            </a:r>
            <a:r>
              <a:rPr lang="en-IN" sz="7200" b="1" u="sng" spc="185" dirty="0">
                <a:solidFill>
                  <a:srgbClr val="00204B"/>
                </a:solidFill>
              </a:rPr>
              <a:t>OF</a:t>
            </a:r>
            <a:r>
              <a:rPr lang="en-IN" sz="7200" b="1" u="sng" spc="-475" dirty="0">
                <a:solidFill>
                  <a:srgbClr val="00204B"/>
                </a:solidFill>
              </a:rPr>
              <a:t> </a:t>
            </a:r>
            <a:r>
              <a:rPr lang="en-IN" sz="7200" b="1" u="sng" spc="110" dirty="0">
                <a:solidFill>
                  <a:srgbClr val="00204B"/>
                </a:solidFill>
              </a:rPr>
              <a:t>CONTENT :</a:t>
            </a:r>
            <a:endParaRPr lang="en-IN" sz="7200" b="1" u="sng" dirty="0"/>
          </a:p>
        </p:txBody>
      </p:sp>
      <p:sp>
        <p:nvSpPr>
          <p:cNvPr id="3" name="Text Placeholder 2"/>
          <p:cNvSpPr>
            <a:spLocks noGrp="1"/>
          </p:cNvSpPr>
          <p:nvPr>
            <p:ph idx="1"/>
          </p:nvPr>
        </p:nvSpPr>
        <p:spPr>
          <a:xfrm>
            <a:off x="5486400" y="3162300"/>
            <a:ext cx="15407640" cy="6168355"/>
          </a:xfrm>
        </p:spPr>
        <p:txBody>
          <a:bodyPr>
            <a:normAutofit fontScale="85000" lnSpcReduction="20000"/>
          </a:bodyPr>
          <a:lstStyle/>
          <a:p>
            <a:pPr marL="12700">
              <a:lnSpc>
                <a:spcPct val="100000"/>
              </a:lnSpc>
              <a:spcBef>
                <a:spcPts val="120"/>
              </a:spcBef>
              <a:tabLst>
                <a:tab pos="7745095" algn="l"/>
              </a:tabLst>
            </a:pPr>
            <a:r>
              <a:rPr lang="en-US" sz="4000" b="1" spc="285" dirty="0">
                <a:solidFill>
                  <a:srgbClr val="00204B"/>
                </a:solidFill>
              </a:rPr>
              <a:t>1. </a:t>
            </a:r>
            <a:r>
              <a:rPr lang="en-US" sz="4000" spc="285" dirty="0">
                <a:solidFill>
                  <a:srgbClr val="00204B"/>
                </a:solidFill>
              </a:rPr>
              <a:t>Introduction</a:t>
            </a:r>
          </a:p>
          <a:p>
            <a:pPr marL="12700">
              <a:lnSpc>
                <a:spcPct val="100000"/>
              </a:lnSpc>
              <a:spcBef>
                <a:spcPts val="120"/>
              </a:spcBef>
              <a:tabLst>
                <a:tab pos="7745095" algn="l"/>
              </a:tabLst>
            </a:pPr>
            <a:r>
              <a:rPr lang="en-US" sz="4000" b="1" spc="280" dirty="0">
                <a:solidFill>
                  <a:srgbClr val="00204B"/>
                </a:solidFill>
              </a:rPr>
              <a:t>2. </a:t>
            </a:r>
            <a:r>
              <a:rPr lang="en-US" sz="4000" i="1" spc="280" dirty="0">
                <a:solidFill>
                  <a:srgbClr val="00204B"/>
                </a:solidFill>
              </a:rPr>
              <a:t>Major</a:t>
            </a:r>
            <a:r>
              <a:rPr lang="en-US" sz="4000" i="1" spc="-220" dirty="0">
                <a:solidFill>
                  <a:srgbClr val="00204B"/>
                </a:solidFill>
              </a:rPr>
              <a:t> </a:t>
            </a:r>
            <a:r>
              <a:rPr lang="en-US" sz="4000" i="1" spc="405" dirty="0">
                <a:solidFill>
                  <a:srgbClr val="00204B"/>
                </a:solidFill>
              </a:rPr>
              <a:t>Problem</a:t>
            </a:r>
            <a:r>
              <a:rPr lang="en-US" sz="4000" i="1" dirty="0">
                <a:solidFill>
                  <a:srgbClr val="00204B"/>
                </a:solidFill>
              </a:rPr>
              <a:t>		</a:t>
            </a:r>
            <a:endParaRPr lang="en-US" sz="4000" i="1" dirty="0"/>
          </a:p>
          <a:p>
            <a:pPr marL="12700">
              <a:lnSpc>
                <a:spcPct val="100000"/>
              </a:lnSpc>
              <a:tabLst>
                <a:tab pos="7745095" algn="l"/>
              </a:tabLst>
            </a:pPr>
            <a:r>
              <a:rPr lang="en-US" sz="4000" b="1" spc="315" dirty="0">
                <a:solidFill>
                  <a:srgbClr val="00204B"/>
                </a:solidFill>
              </a:rPr>
              <a:t>3. </a:t>
            </a:r>
            <a:r>
              <a:rPr lang="en-US" sz="4000" i="1" spc="315" dirty="0">
                <a:solidFill>
                  <a:srgbClr val="00204B"/>
                </a:solidFill>
              </a:rPr>
              <a:t>Purpose</a:t>
            </a:r>
          </a:p>
          <a:p>
            <a:pPr marL="12700">
              <a:lnSpc>
                <a:spcPct val="100000"/>
              </a:lnSpc>
              <a:tabLst>
                <a:tab pos="7745095" algn="l"/>
              </a:tabLst>
            </a:pPr>
            <a:r>
              <a:rPr lang="en-US" sz="4000" b="1" spc="365" dirty="0">
                <a:solidFill>
                  <a:srgbClr val="00204B"/>
                </a:solidFill>
              </a:rPr>
              <a:t>4. </a:t>
            </a:r>
            <a:r>
              <a:rPr lang="en-US" sz="4000" i="1" spc="365" dirty="0">
                <a:solidFill>
                  <a:srgbClr val="00204B"/>
                </a:solidFill>
              </a:rPr>
              <a:t>Work</a:t>
            </a:r>
            <a:r>
              <a:rPr lang="en-US" sz="4000" i="1" spc="-220" dirty="0">
                <a:solidFill>
                  <a:srgbClr val="00204B"/>
                </a:solidFill>
              </a:rPr>
              <a:t> </a:t>
            </a:r>
            <a:r>
              <a:rPr lang="en-US" sz="4000" i="1" spc="370" dirty="0">
                <a:solidFill>
                  <a:srgbClr val="00204B"/>
                </a:solidFill>
              </a:rPr>
              <a:t>Flow</a:t>
            </a:r>
            <a:r>
              <a:rPr lang="en-US" sz="4000" i="1" spc="-220" dirty="0">
                <a:solidFill>
                  <a:srgbClr val="00204B"/>
                </a:solidFill>
              </a:rPr>
              <a:t> </a:t>
            </a:r>
            <a:r>
              <a:rPr lang="en-US" sz="4000" i="1" spc="220" dirty="0">
                <a:solidFill>
                  <a:srgbClr val="00204B"/>
                </a:solidFill>
              </a:rPr>
              <a:t>of</a:t>
            </a:r>
            <a:r>
              <a:rPr lang="en-US" sz="4000" i="1" spc="-215" dirty="0">
                <a:solidFill>
                  <a:srgbClr val="00204B"/>
                </a:solidFill>
              </a:rPr>
              <a:t> </a:t>
            </a:r>
            <a:r>
              <a:rPr lang="en-US" sz="4000" i="1" spc="270" dirty="0">
                <a:solidFill>
                  <a:srgbClr val="00204B"/>
                </a:solidFill>
              </a:rPr>
              <a:t>Project </a:t>
            </a:r>
          </a:p>
          <a:p>
            <a:pPr marL="12700">
              <a:tabLst>
                <a:tab pos="7745095" algn="l"/>
              </a:tabLst>
            </a:pPr>
            <a:r>
              <a:rPr lang="en-US" sz="4000" b="1" spc="220" dirty="0">
                <a:solidFill>
                  <a:srgbClr val="00204B"/>
                </a:solidFill>
              </a:rPr>
              <a:t>5. </a:t>
            </a:r>
            <a:r>
              <a:rPr lang="en-US" sz="4000" i="1" spc="220" dirty="0">
                <a:solidFill>
                  <a:srgbClr val="00204B"/>
                </a:solidFill>
              </a:rPr>
              <a:t>Libraries</a:t>
            </a:r>
            <a:r>
              <a:rPr lang="en-US" sz="4000" i="1" spc="-190" dirty="0">
                <a:solidFill>
                  <a:srgbClr val="00204B"/>
                </a:solidFill>
              </a:rPr>
              <a:t> </a:t>
            </a:r>
            <a:r>
              <a:rPr lang="en-US" sz="4000" i="1" spc="320" dirty="0">
                <a:solidFill>
                  <a:srgbClr val="00204B"/>
                </a:solidFill>
              </a:rPr>
              <a:t>Used</a:t>
            </a:r>
          </a:p>
          <a:p>
            <a:pPr marL="12700">
              <a:tabLst>
                <a:tab pos="7745095" algn="l"/>
              </a:tabLst>
            </a:pPr>
            <a:r>
              <a:rPr lang="en-US" sz="4000" b="1" spc="290" dirty="0">
                <a:solidFill>
                  <a:srgbClr val="00204B"/>
                </a:solidFill>
              </a:rPr>
              <a:t>6. </a:t>
            </a:r>
            <a:r>
              <a:rPr lang="en-US" sz="4000" i="1" spc="290" dirty="0">
                <a:solidFill>
                  <a:srgbClr val="00204B"/>
                </a:solidFill>
              </a:rPr>
              <a:t>Technologies</a:t>
            </a:r>
            <a:r>
              <a:rPr lang="en-US" sz="4000" i="1" spc="-215" dirty="0">
                <a:solidFill>
                  <a:srgbClr val="00204B"/>
                </a:solidFill>
              </a:rPr>
              <a:t> </a:t>
            </a:r>
            <a:r>
              <a:rPr lang="en-US" sz="4000" i="1" spc="320" dirty="0">
                <a:solidFill>
                  <a:srgbClr val="00204B"/>
                </a:solidFill>
              </a:rPr>
              <a:t>Used</a:t>
            </a:r>
          </a:p>
          <a:p>
            <a:pPr marL="12700">
              <a:tabLst>
                <a:tab pos="7745095" algn="l"/>
              </a:tabLst>
            </a:pPr>
            <a:r>
              <a:rPr lang="en-US" sz="4000" b="1" spc="320" dirty="0">
                <a:solidFill>
                  <a:srgbClr val="00204B"/>
                </a:solidFill>
              </a:rPr>
              <a:t>7. </a:t>
            </a:r>
            <a:r>
              <a:rPr lang="en-US" sz="4000" i="1" spc="320" dirty="0">
                <a:solidFill>
                  <a:srgbClr val="00204B"/>
                </a:solidFill>
              </a:rPr>
              <a:t>Accuracy</a:t>
            </a:r>
          </a:p>
          <a:p>
            <a:pPr marL="12700">
              <a:tabLst>
                <a:tab pos="7745095" algn="l"/>
              </a:tabLst>
            </a:pPr>
            <a:r>
              <a:rPr lang="en-US" sz="4000" b="1" spc="254" dirty="0">
                <a:solidFill>
                  <a:srgbClr val="00204B"/>
                </a:solidFill>
              </a:rPr>
              <a:t>8. </a:t>
            </a:r>
            <a:r>
              <a:rPr lang="en-US" sz="4000" i="1" spc="254" dirty="0">
                <a:solidFill>
                  <a:srgbClr val="00204B"/>
                </a:solidFill>
              </a:rPr>
              <a:t>Results</a:t>
            </a:r>
          </a:p>
          <a:p>
            <a:pPr marL="12700">
              <a:tabLst>
                <a:tab pos="7745095" algn="l"/>
              </a:tabLst>
            </a:pPr>
            <a:r>
              <a:rPr lang="en-US" sz="4000" b="1" spc="330" dirty="0">
                <a:solidFill>
                  <a:srgbClr val="00204B"/>
                </a:solidFill>
              </a:rPr>
              <a:t>9. </a:t>
            </a:r>
            <a:r>
              <a:rPr lang="en-US" sz="4000" i="1" spc="330" dirty="0">
                <a:solidFill>
                  <a:srgbClr val="00204B"/>
                </a:solidFill>
              </a:rPr>
              <a:t>Conclusion</a:t>
            </a:r>
          </a:p>
          <a:p>
            <a:pPr marL="12700">
              <a:tabLst>
                <a:tab pos="7745095" algn="l"/>
              </a:tabLst>
            </a:pPr>
            <a:r>
              <a:rPr lang="en-US" sz="4000" b="1" spc="260" dirty="0">
                <a:solidFill>
                  <a:srgbClr val="00204B"/>
                </a:solidFill>
              </a:rPr>
              <a:t>10. </a:t>
            </a:r>
            <a:r>
              <a:rPr lang="en-US" sz="4000" i="1" spc="260" dirty="0">
                <a:solidFill>
                  <a:srgbClr val="00204B"/>
                </a:solidFill>
              </a:rPr>
              <a:t>References</a:t>
            </a:r>
            <a:endParaRPr lang="en-US" sz="4000" i="1" dirty="0"/>
          </a:p>
        </p:txBody>
      </p:sp>
    </p:spTree>
    <p:extLst>
      <p:ext uri="{BB962C8B-B14F-4D97-AF65-F5344CB8AC3E}">
        <p14:creationId xmlns:p14="http://schemas.microsoft.com/office/powerpoint/2010/main" val="21858873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908F9-DB11-4B26-AFA2-DF9F2C9BDCD6}"/>
              </a:ext>
            </a:extLst>
          </p:cNvPr>
          <p:cNvSpPr>
            <a:spLocks noGrp="1"/>
          </p:cNvSpPr>
          <p:nvPr>
            <p:ph type="title"/>
          </p:nvPr>
        </p:nvSpPr>
        <p:spPr>
          <a:xfrm>
            <a:off x="980354" y="1181100"/>
            <a:ext cx="12895002" cy="1181100"/>
          </a:xfrm>
        </p:spPr>
        <p:txBody>
          <a:bodyPr/>
          <a:lstStyle/>
          <a:p>
            <a:r>
              <a:rPr lang="en-US" b="1" u="sng" spc="225" dirty="0"/>
              <a:t>What</a:t>
            </a:r>
            <a:r>
              <a:rPr lang="en-US" b="1" u="sng" spc="-560" dirty="0"/>
              <a:t> </a:t>
            </a:r>
            <a:r>
              <a:rPr lang="en-US" b="1" u="sng" dirty="0"/>
              <a:t>is</a:t>
            </a:r>
            <a:r>
              <a:rPr lang="en-US" b="1" u="sng" spc="-555" dirty="0"/>
              <a:t> </a:t>
            </a:r>
            <a:r>
              <a:rPr lang="en-US" b="1" u="sng" dirty="0"/>
              <a:t>a</a:t>
            </a:r>
            <a:r>
              <a:rPr lang="en-US" b="1" u="sng" spc="-555" dirty="0"/>
              <a:t> </a:t>
            </a:r>
            <a:r>
              <a:rPr lang="en-US" b="1" u="sng" spc="105" dirty="0">
                <a:solidFill>
                  <a:srgbClr val="B0292E"/>
                </a:solidFill>
              </a:rPr>
              <a:t>Fake</a:t>
            </a:r>
            <a:r>
              <a:rPr lang="en-US" b="1" u="sng" spc="-555" dirty="0">
                <a:solidFill>
                  <a:srgbClr val="B0292E"/>
                </a:solidFill>
              </a:rPr>
              <a:t> </a:t>
            </a:r>
            <a:r>
              <a:rPr lang="en-US" b="1" u="sng" spc="-10" dirty="0">
                <a:solidFill>
                  <a:srgbClr val="B0292E"/>
                </a:solidFill>
              </a:rPr>
              <a:t>News</a:t>
            </a:r>
            <a:r>
              <a:rPr lang="en-US" b="1" u="sng" spc="-10" dirty="0"/>
              <a:t>?</a:t>
            </a:r>
            <a:endParaRPr lang="en-IN" b="1" u="sng" dirty="0"/>
          </a:p>
        </p:txBody>
      </p:sp>
      <p:pic>
        <p:nvPicPr>
          <p:cNvPr id="4" name="object 3">
            <a:extLst>
              <a:ext uri="{FF2B5EF4-FFF2-40B4-BE49-F238E27FC236}">
                <a16:creationId xmlns:a16="http://schemas.microsoft.com/office/drawing/2014/main" id="{2962C60B-1387-4266-B566-D076215E1196}"/>
              </a:ext>
            </a:extLst>
          </p:cNvPr>
          <p:cNvPicPr>
            <a:picLocks noGrp="1"/>
          </p:cNvPicPr>
          <p:nvPr>
            <p:ph idx="1"/>
          </p:nvPr>
        </p:nvPicPr>
        <p:blipFill>
          <a:blip r:embed="rId2" cstate="print"/>
          <a:stretch>
            <a:fillRect/>
          </a:stretch>
        </p:blipFill>
        <p:spPr>
          <a:xfrm>
            <a:off x="1371600" y="3238500"/>
            <a:ext cx="6912638" cy="55626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6" name="TextBox 5">
            <a:extLst>
              <a:ext uri="{FF2B5EF4-FFF2-40B4-BE49-F238E27FC236}">
                <a16:creationId xmlns:a16="http://schemas.microsoft.com/office/drawing/2014/main" id="{DA3862DB-2A39-4890-9C3D-21DFB39A63E9}"/>
              </a:ext>
            </a:extLst>
          </p:cNvPr>
          <p:cNvSpPr txBox="1"/>
          <p:nvPr/>
        </p:nvSpPr>
        <p:spPr>
          <a:xfrm>
            <a:off x="3240405" y="2362200"/>
            <a:ext cx="11807190" cy="6943696"/>
          </a:xfrm>
          <a:prstGeom prst="rect">
            <a:avLst/>
          </a:prstGeom>
          <a:noFill/>
        </p:spPr>
        <p:txBody>
          <a:bodyPr wrap="square">
            <a:spAutoFit/>
          </a:bodyPr>
          <a:lstStyle/>
          <a:p>
            <a:pPr marL="6817995" marR="5080" indent="-342900">
              <a:lnSpc>
                <a:spcPct val="115799"/>
              </a:lnSpc>
              <a:spcBef>
                <a:spcPts val="100"/>
              </a:spcBef>
              <a:buFont typeface="Arial" panose="020B0604020202020204" pitchFamily="34" charset="0"/>
              <a:buChar char="•"/>
            </a:pPr>
            <a:r>
              <a:rPr lang="en-US" sz="2400" spc="215" dirty="0">
                <a:latin typeface="Arial" panose="020B0604020202020204" pitchFamily="34" charset="0"/>
                <a:cs typeface="Arial" panose="020B0604020202020204" pitchFamily="34" charset="0"/>
              </a:rPr>
              <a:t>Fake</a:t>
            </a:r>
            <a:r>
              <a:rPr lang="en-US" sz="2400" spc="-185" dirty="0">
                <a:latin typeface="Arial" panose="020B0604020202020204" pitchFamily="34" charset="0"/>
                <a:cs typeface="Arial" panose="020B0604020202020204" pitchFamily="34" charset="0"/>
              </a:rPr>
              <a:t> </a:t>
            </a:r>
            <a:r>
              <a:rPr lang="en-US" sz="2400" spc="290" dirty="0">
                <a:latin typeface="Arial" panose="020B0604020202020204" pitchFamily="34" charset="0"/>
                <a:cs typeface="Arial" panose="020B0604020202020204" pitchFamily="34" charset="0"/>
              </a:rPr>
              <a:t>News</a:t>
            </a:r>
            <a:r>
              <a:rPr lang="en-US" sz="2400" spc="-180" dirty="0">
                <a:latin typeface="Arial" panose="020B0604020202020204" pitchFamily="34" charset="0"/>
                <a:cs typeface="Arial" panose="020B0604020202020204" pitchFamily="34" charset="0"/>
              </a:rPr>
              <a:t> </a:t>
            </a:r>
            <a:r>
              <a:rPr lang="en-US" sz="2400" spc="130" dirty="0">
                <a:latin typeface="Arial" panose="020B0604020202020204" pitchFamily="34" charset="0"/>
                <a:cs typeface="Arial" panose="020B0604020202020204" pitchFamily="34" charset="0"/>
              </a:rPr>
              <a:t>is</a:t>
            </a:r>
            <a:r>
              <a:rPr lang="en-US" sz="2400" spc="-185" dirty="0">
                <a:latin typeface="Arial" panose="020B0604020202020204" pitchFamily="34" charset="0"/>
                <a:cs typeface="Arial" panose="020B0604020202020204" pitchFamily="34" charset="0"/>
              </a:rPr>
              <a:t> </a:t>
            </a:r>
            <a:r>
              <a:rPr lang="en-US" sz="2400" spc="195" dirty="0">
                <a:latin typeface="Arial" panose="020B0604020202020204" pitchFamily="34" charset="0"/>
                <a:cs typeface="Arial" panose="020B0604020202020204" pitchFamily="34" charset="0"/>
              </a:rPr>
              <a:t>a</a:t>
            </a:r>
            <a:r>
              <a:rPr lang="en-US" sz="2400" spc="-180" dirty="0">
                <a:latin typeface="Arial" panose="020B0604020202020204" pitchFamily="34" charset="0"/>
                <a:cs typeface="Arial" panose="020B0604020202020204" pitchFamily="34" charset="0"/>
              </a:rPr>
              <a:t> </a:t>
            </a:r>
            <a:r>
              <a:rPr lang="en-US" sz="2400" spc="275" dirty="0">
                <a:latin typeface="Arial" panose="020B0604020202020204" pitchFamily="34" charset="0"/>
                <a:cs typeface="Arial" panose="020B0604020202020204" pitchFamily="34" charset="0"/>
              </a:rPr>
              <a:t>news</a:t>
            </a:r>
            <a:r>
              <a:rPr lang="en-US" sz="2400" spc="-185" dirty="0">
                <a:latin typeface="Arial" panose="020B0604020202020204" pitchFamily="34" charset="0"/>
                <a:cs typeface="Arial" panose="020B0604020202020204" pitchFamily="34" charset="0"/>
              </a:rPr>
              <a:t> </a:t>
            </a:r>
            <a:r>
              <a:rPr lang="en-US" sz="2400" spc="265" dirty="0">
                <a:latin typeface="Arial" panose="020B0604020202020204" pitchFamily="34" charset="0"/>
                <a:cs typeface="Arial" panose="020B0604020202020204" pitchFamily="34" charset="0"/>
              </a:rPr>
              <a:t>designed</a:t>
            </a:r>
            <a:r>
              <a:rPr lang="en-US" sz="2400" spc="-180" dirty="0">
                <a:latin typeface="Arial" panose="020B0604020202020204" pitchFamily="34" charset="0"/>
                <a:cs typeface="Arial" panose="020B0604020202020204" pitchFamily="34" charset="0"/>
              </a:rPr>
              <a:t> </a:t>
            </a:r>
            <a:r>
              <a:rPr lang="en-US" sz="2400" spc="220" dirty="0">
                <a:latin typeface="Arial" panose="020B0604020202020204" pitchFamily="34" charset="0"/>
                <a:cs typeface="Arial" panose="020B0604020202020204" pitchFamily="34" charset="0"/>
              </a:rPr>
              <a:t>to deliberately</a:t>
            </a:r>
            <a:r>
              <a:rPr lang="en-US" sz="2400" spc="-165" dirty="0">
                <a:latin typeface="Arial" panose="020B0604020202020204" pitchFamily="34" charset="0"/>
                <a:cs typeface="Arial" panose="020B0604020202020204" pitchFamily="34" charset="0"/>
              </a:rPr>
              <a:t> </a:t>
            </a:r>
            <a:r>
              <a:rPr lang="en-US" sz="2400" spc="235" dirty="0">
                <a:latin typeface="Arial" panose="020B0604020202020204" pitchFamily="34" charset="0"/>
                <a:cs typeface="Arial" panose="020B0604020202020204" pitchFamily="34" charset="0"/>
              </a:rPr>
              <a:t>spread</a:t>
            </a:r>
            <a:r>
              <a:rPr lang="en-US" sz="2400" spc="-160" dirty="0">
                <a:latin typeface="Arial" panose="020B0604020202020204" pitchFamily="34" charset="0"/>
                <a:cs typeface="Arial" panose="020B0604020202020204" pitchFamily="34" charset="0"/>
              </a:rPr>
              <a:t> </a:t>
            </a:r>
            <a:r>
              <a:rPr lang="en-US" sz="2400" spc="130" dirty="0">
                <a:latin typeface="Arial" panose="020B0604020202020204" pitchFamily="34" charset="0"/>
                <a:cs typeface="Arial" panose="020B0604020202020204" pitchFamily="34" charset="0"/>
              </a:rPr>
              <a:t>hoaxes,</a:t>
            </a:r>
            <a:r>
              <a:rPr lang="en-US" sz="2400" spc="-160" dirty="0">
                <a:latin typeface="Arial" panose="020B0604020202020204" pitchFamily="34" charset="0"/>
                <a:cs typeface="Arial" panose="020B0604020202020204" pitchFamily="34" charset="0"/>
              </a:rPr>
              <a:t> </a:t>
            </a:r>
            <a:r>
              <a:rPr lang="en-US" sz="2400" spc="220" dirty="0">
                <a:latin typeface="Arial" panose="020B0604020202020204" pitchFamily="34" charset="0"/>
                <a:cs typeface="Arial" panose="020B0604020202020204" pitchFamily="34" charset="0"/>
              </a:rPr>
              <a:t>propaganda, </a:t>
            </a:r>
            <a:r>
              <a:rPr lang="en-US" sz="2400" spc="320" dirty="0">
                <a:latin typeface="Arial" panose="020B0604020202020204" pitchFamily="34" charset="0"/>
                <a:cs typeface="Arial" panose="020B0604020202020204" pitchFamily="34" charset="0"/>
              </a:rPr>
              <a:t>and</a:t>
            </a:r>
            <a:r>
              <a:rPr lang="en-US" sz="2400" spc="-195" dirty="0">
                <a:latin typeface="Arial" panose="020B0604020202020204" pitchFamily="34" charset="0"/>
                <a:cs typeface="Arial" panose="020B0604020202020204" pitchFamily="34" charset="0"/>
              </a:rPr>
              <a:t> </a:t>
            </a:r>
            <a:r>
              <a:rPr lang="en-US" sz="2400" spc="204" dirty="0">
                <a:latin typeface="Arial" panose="020B0604020202020204" pitchFamily="34" charset="0"/>
                <a:cs typeface="Arial" panose="020B0604020202020204" pitchFamily="34" charset="0"/>
              </a:rPr>
              <a:t>disinformation.</a:t>
            </a:r>
            <a:endParaRPr lang="en-US" sz="2400" dirty="0">
              <a:latin typeface="Arial" panose="020B0604020202020204" pitchFamily="34" charset="0"/>
              <a:cs typeface="Arial" panose="020B0604020202020204" pitchFamily="34" charset="0"/>
            </a:endParaRPr>
          </a:p>
          <a:p>
            <a:pPr marL="6817995" marR="1498600" indent="-342900">
              <a:lnSpc>
                <a:spcPct val="115799"/>
              </a:lnSpc>
              <a:spcBef>
                <a:spcPts val="1800"/>
              </a:spcBef>
              <a:buFont typeface="Arial" panose="020B0604020202020204" pitchFamily="34" charset="0"/>
              <a:buChar char="•"/>
            </a:pPr>
            <a:r>
              <a:rPr lang="en-US" sz="2400" spc="215" dirty="0">
                <a:latin typeface="Arial" panose="020B0604020202020204" pitchFamily="34" charset="0"/>
                <a:cs typeface="Arial" panose="020B0604020202020204" pitchFamily="34" charset="0"/>
              </a:rPr>
              <a:t>Fake</a:t>
            </a:r>
            <a:r>
              <a:rPr lang="en-US" sz="2400" spc="-175" dirty="0">
                <a:latin typeface="Arial" panose="020B0604020202020204" pitchFamily="34" charset="0"/>
                <a:cs typeface="Arial" panose="020B0604020202020204" pitchFamily="34" charset="0"/>
              </a:rPr>
              <a:t> </a:t>
            </a:r>
            <a:r>
              <a:rPr lang="en-US" sz="2400" spc="290" dirty="0">
                <a:latin typeface="Arial" panose="020B0604020202020204" pitchFamily="34" charset="0"/>
                <a:cs typeface="Arial" panose="020B0604020202020204" pitchFamily="34" charset="0"/>
              </a:rPr>
              <a:t>News</a:t>
            </a:r>
            <a:r>
              <a:rPr lang="en-US" sz="2400" spc="-175" dirty="0">
                <a:latin typeface="Arial" panose="020B0604020202020204" pitchFamily="34" charset="0"/>
                <a:cs typeface="Arial" panose="020B0604020202020204" pitchFamily="34" charset="0"/>
              </a:rPr>
              <a:t> </a:t>
            </a:r>
            <a:r>
              <a:rPr lang="en-US" sz="2400" spc="175" dirty="0">
                <a:latin typeface="Arial" panose="020B0604020202020204" pitchFamily="34" charset="0"/>
                <a:cs typeface="Arial" panose="020B0604020202020204" pitchFamily="34" charset="0"/>
              </a:rPr>
              <a:t>Stories</a:t>
            </a:r>
            <a:r>
              <a:rPr lang="en-US" sz="2400" spc="-175" dirty="0">
                <a:latin typeface="Arial" panose="020B0604020202020204" pitchFamily="34" charset="0"/>
                <a:cs typeface="Arial" panose="020B0604020202020204" pitchFamily="34" charset="0"/>
              </a:rPr>
              <a:t> </a:t>
            </a:r>
            <a:r>
              <a:rPr lang="en-US" sz="2400" spc="200" dirty="0">
                <a:latin typeface="Arial" panose="020B0604020202020204" pitchFamily="34" charset="0"/>
                <a:cs typeface="Arial" panose="020B0604020202020204" pitchFamily="34" charset="0"/>
              </a:rPr>
              <a:t>usually</a:t>
            </a:r>
            <a:r>
              <a:rPr lang="en-US" sz="2400" spc="-175" dirty="0">
                <a:latin typeface="Arial" panose="020B0604020202020204" pitchFamily="34" charset="0"/>
                <a:cs typeface="Arial" panose="020B0604020202020204" pitchFamily="34" charset="0"/>
              </a:rPr>
              <a:t> </a:t>
            </a:r>
            <a:r>
              <a:rPr lang="en-US" sz="2400" spc="225" dirty="0">
                <a:latin typeface="Arial" panose="020B0604020202020204" pitchFamily="34" charset="0"/>
                <a:cs typeface="Arial" panose="020B0604020202020204" pitchFamily="34" charset="0"/>
              </a:rPr>
              <a:t>spread </a:t>
            </a:r>
            <a:r>
              <a:rPr lang="en-US" sz="2400" spc="270" dirty="0">
                <a:latin typeface="Arial" panose="020B0604020202020204" pitchFamily="34" charset="0"/>
                <a:cs typeface="Arial" panose="020B0604020202020204" pitchFamily="34" charset="0"/>
              </a:rPr>
              <a:t>through</a:t>
            </a:r>
            <a:r>
              <a:rPr lang="en-US" sz="2400" spc="-180" dirty="0">
                <a:latin typeface="Arial" panose="020B0604020202020204" pitchFamily="34" charset="0"/>
                <a:cs typeface="Arial" panose="020B0604020202020204" pitchFamily="34" charset="0"/>
              </a:rPr>
              <a:t> </a:t>
            </a:r>
            <a:r>
              <a:rPr lang="en-US" sz="2400" spc="204" dirty="0">
                <a:latin typeface="Arial" panose="020B0604020202020204" pitchFamily="34" charset="0"/>
                <a:cs typeface="Arial" panose="020B0604020202020204" pitchFamily="34" charset="0"/>
              </a:rPr>
              <a:t>social</a:t>
            </a:r>
            <a:r>
              <a:rPr lang="en-US" sz="2400" spc="-180" dirty="0">
                <a:latin typeface="Arial" panose="020B0604020202020204" pitchFamily="34" charset="0"/>
                <a:cs typeface="Arial" panose="020B0604020202020204" pitchFamily="34" charset="0"/>
              </a:rPr>
              <a:t> </a:t>
            </a:r>
            <a:r>
              <a:rPr lang="en-US" sz="2400" spc="335" dirty="0">
                <a:latin typeface="Arial" panose="020B0604020202020204" pitchFamily="34" charset="0"/>
                <a:cs typeface="Arial" panose="020B0604020202020204" pitchFamily="34" charset="0"/>
              </a:rPr>
              <a:t>media</a:t>
            </a:r>
            <a:r>
              <a:rPr lang="en-US" sz="2400" spc="-175" dirty="0">
                <a:latin typeface="Arial" panose="020B0604020202020204" pitchFamily="34" charset="0"/>
                <a:cs typeface="Arial" panose="020B0604020202020204" pitchFamily="34" charset="0"/>
              </a:rPr>
              <a:t> </a:t>
            </a:r>
            <a:r>
              <a:rPr lang="en-US" sz="2400" spc="150" dirty="0">
                <a:latin typeface="Arial" panose="020B0604020202020204" pitchFamily="34" charset="0"/>
                <a:cs typeface="Arial" panose="020B0604020202020204" pitchFamily="34" charset="0"/>
              </a:rPr>
              <a:t>sites</a:t>
            </a:r>
            <a:r>
              <a:rPr lang="en-US" sz="2400" spc="-180" dirty="0">
                <a:latin typeface="Arial" panose="020B0604020202020204" pitchFamily="34" charset="0"/>
                <a:cs typeface="Arial" panose="020B0604020202020204" pitchFamily="34" charset="0"/>
              </a:rPr>
              <a:t> </a:t>
            </a:r>
            <a:r>
              <a:rPr lang="en-US" sz="2400" spc="210" dirty="0">
                <a:latin typeface="Arial" panose="020B0604020202020204" pitchFamily="34" charset="0"/>
                <a:cs typeface="Arial" panose="020B0604020202020204" pitchFamily="34" charset="0"/>
              </a:rPr>
              <a:t>like </a:t>
            </a:r>
            <a:r>
              <a:rPr lang="en-US" sz="2400" spc="200" dirty="0">
                <a:latin typeface="Arial" panose="020B0604020202020204" pitchFamily="34" charset="0"/>
                <a:cs typeface="Arial" panose="020B0604020202020204" pitchFamily="34" charset="0"/>
              </a:rPr>
              <a:t>Facebook,</a:t>
            </a:r>
            <a:r>
              <a:rPr lang="en-US" sz="2400" spc="-170" dirty="0">
                <a:latin typeface="Arial" panose="020B0604020202020204" pitchFamily="34" charset="0"/>
                <a:cs typeface="Arial" panose="020B0604020202020204" pitchFamily="34" charset="0"/>
              </a:rPr>
              <a:t> </a:t>
            </a:r>
            <a:r>
              <a:rPr lang="en-US" sz="2400" spc="135" dirty="0">
                <a:latin typeface="Arial" panose="020B0604020202020204" pitchFamily="34" charset="0"/>
                <a:cs typeface="Arial" panose="020B0604020202020204" pitchFamily="34" charset="0"/>
              </a:rPr>
              <a:t>Twitter,</a:t>
            </a:r>
            <a:r>
              <a:rPr lang="en-US" sz="2400" spc="-165" dirty="0">
                <a:latin typeface="Arial" panose="020B0604020202020204" pitchFamily="34" charset="0"/>
                <a:cs typeface="Arial" panose="020B0604020202020204" pitchFamily="34" charset="0"/>
              </a:rPr>
              <a:t> </a:t>
            </a:r>
            <a:r>
              <a:rPr lang="en-US" sz="2400" spc="155" dirty="0">
                <a:latin typeface="Arial" panose="020B0604020202020204" pitchFamily="34" charset="0"/>
                <a:cs typeface="Arial" panose="020B0604020202020204" pitchFamily="34" charset="0"/>
              </a:rPr>
              <a:t>Instagram,</a:t>
            </a:r>
            <a:r>
              <a:rPr lang="en-US" sz="2400" spc="-170" dirty="0">
                <a:latin typeface="Arial" panose="020B0604020202020204" pitchFamily="34" charset="0"/>
                <a:cs typeface="Arial" panose="020B0604020202020204" pitchFamily="34" charset="0"/>
              </a:rPr>
              <a:t> </a:t>
            </a:r>
            <a:r>
              <a:rPr lang="en-US" sz="2400" spc="95" dirty="0">
                <a:latin typeface="Arial" panose="020B0604020202020204" pitchFamily="34" charset="0"/>
                <a:cs typeface="Arial" panose="020B0604020202020204" pitchFamily="34" charset="0"/>
              </a:rPr>
              <a:t>etc.</a:t>
            </a:r>
            <a:endParaRPr lang="en-US" sz="2400" dirty="0">
              <a:latin typeface="Arial" panose="020B0604020202020204" pitchFamily="34" charset="0"/>
              <a:cs typeface="Arial" panose="020B0604020202020204" pitchFamily="34" charset="0"/>
            </a:endParaRPr>
          </a:p>
          <a:p>
            <a:pPr marL="6817995" marR="355600" indent="-342900">
              <a:lnSpc>
                <a:spcPct val="115799"/>
              </a:lnSpc>
              <a:spcBef>
                <a:spcPts val="1800"/>
              </a:spcBef>
              <a:buFont typeface="Arial" panose="020B0604020202020204" pitchFamily="34" charset="0"/>
              <a:buChar char="•"/>
            </a:pPr>
            <a:r>
              <a:rPr lang="en-US" sz="2400" spc="175" dirty="0">
                <a:latin typeface="Arial" panose="020B0604020202020204" pitchFamily="34" charset="0"/>
                <a:cs typeface="Arial" panose="020B0604020202020204" pitchFamily="34" charset="0"/>
              </a:rPr>
              <a:t>The</a:t>
            </a:r>
            <a:r>
              <a:rPr lang="en-US" sz="2400" spc="-185" dirty="0">
                <a:latin typeface="Arial" panose="020B0604020202020204" pitchFamily="34" charset="0"/>
                <a:cs typeface="Arial" panose="020B0604020202020204" pitchFamily="34" charset="0"/>
              </a:rPr>
              <a:t> </a:t>
            </a:r>
            <a:r>
              <a:rPr lang="en-US" sz="2400" spc="325" dirty="0">
                <a:latin typeface="Arial" panose="020B0604020202020204" pitchFamily="34" charset="0"/>
                <a:cs typeface="Arial" panose="020B0604020202020204" pitchFamily="34" charset="0"/>
              </a:rPr>
              <a:t>wide</a:t>
            </a:r>
            <a:r>
              <a:rPr lang="en-US" sz="2400" spc="-185" dirty="0">
                <a:latin typeface="Arial" panose="020B0604020202020204" pitchFamily="34" charset="0"/>
                <a:cs typeface="Arial" panose="020B0604020202020204" pitchFamily="34" charset="0"/>
              </a:rPr>
              <a:t> </a:t>
            </a:r>
            <a:r>
              <a:rPr lang="en-US" sz="2400" spc="235" dirty="0">
                <a:latin typeface="Arial" panose="020B0604020202020204" pitchFamily="34" charset="0"/>
                <a:cs typeface="Arial" panose="020B0604020202020204" pitchFamily="34" charset="0"/>
              </a:rPr>
              <a:t>spread</a:t>
            </a:r>
            <a:r>
              <a:rPr lang="en-US" sz="2400" spc="-185" dirty="0">
                <a:latin typeface="Arial" panose="020B0604020202020204" pitchFamily="34" charset="0"/>
                <a:cs typeface="Arial" panose="020B0604020202020204" pitchFamily="34" charset="0"/>
              </a:rPr>
              <a:t> </a:t>
            </a:r>
            <a:r>
              <a:rPr lang="en-US" sz="2400" spc="245" dirty="0">
                <a:latin typeface="Arial" panose="020B0604020202020204" pitchFamily="34" charset="0"/>
                <a:cs typeface="Arial" panose="020B0604020202020204" pitchFamily="34" charset="0"/>
              </a:rPr>
              <a:t>distribution</a:t>
            </a:r>
            <a:r>
              <a:rPr lang="en-US" sz="2400" spc="-185" dirty="0">
                <a:latin typeface="Arial" panose="020B0604020202020204" pitchFamily="34" charset="0"/>
                <a:cs typeface="Arial" panose="020B0604020202020204" pitchFamily="34" charset="0"/>
              </a:rPr>
              <a:t> </a:t>
            </a:r>
            <a:r>
              <a:rPr lang="en-US" sz="2400" spc="165" dirty="0">
                <a:latin typeface="Arial" panose="020B0604020202020204" pitchFamily="34" charset="0"/>
                <a:cs typeface="Arial" panose="020B0604020202020204" pitchFamily="34" charset="0"/>
              </a:rPr>
              <a:t>of</a:t>
            </a:r>
            <a:r>
              <a:rPr lang="en-US" sz="2400" spc="-185" dirty="0">
                <a:latin typeface="Arial" panose="020B0604020202020204" pitchFamily="34" charset="0"/>
                <a:cs typeface="Arial" panose="020B0604020202020204" pitchFamily="34" charset="0"/>
              </a:rPr>
              <a:t> </a:t>
            </a:r>
            <a:r>
              <a:rPr lang="en-US" sz="2400" spc="175" dirty="0">
                <a:latin typeface="Arial" panose="020B0604020202020204" pitchFamily="34" charset="0"/>
                <a:cs typeface="Arial" panose="020B0604020202020204" pitchFamily="34" charset="0"/>
              </a:rPr>
              <a:t>fake </a:t>
            </a:r>
            <a:r>
              <a:rPr lang="en-US" sz="2400" spc="275" dirty="0">
                <a:latin typeface="Arial" panose="020B0604020202020204" pitchFamily="34" charset="0"/>
                <a:cs typeface="Arial" panose="020B0604020202020204" pitchFamily="34" charset="0"/>
              </a:rPr>
              <a:t>news</a:t>
            </a:r>
            <a:r>
              <a:rPr lang="en-US" sz="2400" spc="-185" dirty="0">
                <a:latin typeface="Arial" panose="020B0604020202020204" pitchFamily="34" charset="0"/>
                <a:cs typeface="Arial" panose="020B0604020202020204" pitchFamily="34" charset="0"/>
              </a:rPr>
              <a:t> </a:t>
            </a:r>
            <a:r>
              <a:rPr lang="en-US" sz="2400" spc="204" dirty="0">
                <a:latin typeface="Arial" panose="020B0604020202020204" pitchFamily="34" charset="0"/>
                <a:cs typeface="Arial" panose="020B0604020202020204" pitchFamily="34" charset="0"/>
              </a:rPr>
              <a:t>has</a:t>
            </a:r>
            <a:r>
              <a:rPr lang="en-US" sz="2400" spc="-180" dirty="0">
                <a:latin typeface="Arial" panose="020B0604020202020204" pitchFamily="34" charset="0"/>
                <a:cs typeface="Arial" panose="020B0604020202020204" pitchFamily="34" charset="0"/>
              </a:rPr>
              <a:t> </a:t>
            </a:r>
            <a:r>
              <a:rPr lang="en-US" sz="2400" spc="260" dirty="0">
                <a:latin typeface="Arial" panose="020B0604020202020204" pitchFamily="34" charset="0"/>
                <a:cs typeface="Arial" panose="020B0604020202020204" pitchFamily="34" charset="0"/>
              </a:rPr>
              <a:t>the</a:t>
            </a:r>
            <a:r>
              <a:rPr lang="en-US" sz="2400" spc="-180" dirty="0">
                <a:latin typeface="Arial" panose="020B0604020202020204" pitchFamily="34" charset="0"/>
                <a:cs typeface="Arial" panose="020B0604020202020204" pitchFamily="34" charset="0"/>
              </a:rPr>
              <a:t> </a:t>
            </a:r>
            <a:r>
              <a:rPr lang="en-US" sz="2400" spc="250" dirty="0">
                <a:latin typeface="Arial" panose="020B0604020202020204" pitchFamily="34" charset="0"/>
                <a:cs typeface="Arial" panose="020B0604020202020204" pitchFamily="34" charset="0"/>
              </a:rPr>
              <a:t>potential</a:t>
            </a:r>
            <a:r>
              <a:rPr lang="en-US" sz="2400" spc="-180" dirty="0">
                <a:latin typeface="Arial" panose="020B0604020202020204" pitchFamily="34" charset="0"/>
                <a:cs typeface="Arial" panose="020B0604020202020204" pitchFamily="34" charset="0"/>
              </a:rPr>
              <a:t> </a:t>
            </a:r>
            <a:r>
              <a:rPr lang="en-US" sz="2400" spc="245" dirty="0">
                <a:latin typeface="Arial" panose="020B0604020202020204" pitchFamily="34" charset="0"/>
                <a:cs typeface="Arial" panose="020B0604020202020204" pitchFamily="34" charset="0"/>
              </a:rPr>
              <a:t>to</a:t>
            </a:r>
            <a:r>
              <a:rPr lang="en-US" sz="2400" spc="-180" dirty="0">
                <a:latin typeface="Arial" panose="020B0604020202020204" pitchFamily="34" charset="0"/>
                <a:cs typeface="Arial" panose="020B0604020202020204" pitchFamily="34" charset="0"/>
              </a:rPr>
              <a:t> </a:t>
            </a:r>
            <a:r>
              <a:rPr lang="en-US" sz="2400" spc="204" dirty="0">
                <a:latin typeface="Arial" panose="020B0604020202020204" pitchFamily="34" charset="0"/>
                <a:cs typeface="Arial" panose="020B0604020202020204" pitchFamily="34" charset="0"/>
              </a:rPr>
              <a:t>have</a:t>
            </a:r>
            <a:r>
              <a:rPr lang="en-US" sz="2400" spc="-185" dirty="0">
                <a:latin typeface="Arial" panose="020B0604020202020204" pitchFamily="34" charset="0"/>
                <a:cs typeface="Arial" panose="020B0604020202020204" pitchFamily="34" charset="0"/>
              </a:rPr>
              <a:t> </a:t>
            </a:r>
            <a:r>
              <a:rPr lang="en-US" sz="2400" spc="240" dirty="0">
                <a:latin typeface="Arial" panose="020B0604020202020204" pitchFamily="34" charset="0"/>
                <a:cs typeface="Arial" panose="020B0604020202020204" pitchFamily="34" charset="0"/>
              </a:rPr>
              <a:t>highly </a:t>
            </a:r>
            <a:r>
              <a:rPr lang="en-US" sz="2400" spc="210" dirty="0">
                <a:latin typeface="Arial" panose="020B0604020202020204" pitchFamily="34" charset="0"/>
                <a:cs typeface="Arial" panose="020B0604020202020204" pitchFamily="34" charset="0"/>
              </a:rPr>
              <a:t>negative</a:t>
            </a:r>
            <a:r>
              <a:rPr lang="en-US" sz="2400" spc="-180" dirty="0">
                <a:latin typeface="Arial" panose="020B0604020202020204" pitchFamily="34" charset="0"/>
                <a:cs typeface="Arial" panose="020B0604020202020204" pitchFamily="34" charset="0"/>
              </a:rPr>
              <a:t> </a:t>
            </a:r>
            <a:r>
              <a:rPr lang="en-US" sz="2400" spc="165" dirty="0">
                <a:latin typeface="Arial" panose="020B0604020202020204" pitchFamily="34" charset="0"/>
                <a:cs typeface="Arial" panose="020B0604020202020204" pitchFamily="34" charset="0"/>
              </a:rPr>
              <a:t>effects</a:t>
            </a:r>
            <a:r>
              <a:rPr lang="en-US" sz="2400" spc="-180" dirty="0">
                <a:latin typeface="Arial" panose="020B0604020202020204" pitchFamily="34" charset="0"/>
                <a:cs typeface="Arial" panose="020B0604020202020204" pitchFamily="34" charset="0"/>
              </a:rPr>
              <a:t> </a:t>
            </a:r>
            <a:r>
              <a:rPr lang="en-US" sz="2400" spc="295" dirty="0">
                <a:latin typeface="Arial" panose="020B0604020202020204" pitchFamily="34" charset="0"/>
                <a:cs typeface="Arial" panose="020B0604020202020204" pitchFamily="34" charset="0"/>
              </a:rPr>
              <a:t>on</a:t>
            </a:r>
            <a:r>
              <a:rPr lang="en-US" sz="2400" spc="-175" dirty="0">
                <a:latin typeface="Arial" panose="020B0604020202020204" pitchFamily="34" charset="0"/>
                <a:cs typeface="Arial" panose="020B0604020202020204" pitchFamily="34" charset="0"/>
              </a:rPr>
              <a:t> </a:t>
            </a:r>
            <a:r>
              <a:rPr lang="en-US" sz="2400" spc="285" dirty="0">
                <a:latin typeface="Arial" panose="020B0604020202020204" pitchFamily="34" charset="0"/>
                <a:cs typeface="Arial" panose="020B0604020202020204" pitchFamily="34" charset="0"/>
              </a:rPr>
              <a:t>people</a:t>
            </a:r>
            <a:r>
              <a:rPr lang="en-US" sz="2400" spc="-180" dirty="0">
                <a:latin typeface="Arial" panose="020B0604020202020204" pitchFamily="34" charset="0"/>
                <a:cs typeface="Arial" panose="020B0604020202020204" pitchFamily="34" charset="0"/>
              </a:rPr>
              <a:t> </a:t>
            </a:r>
            <a:r>
              <a:rPr lang="en-US" sz="2400" spc="320" dirty="0">
                <a:latin typeface="Arial" panose="020B0604020202020204" pitchFamily="34" charset="0"/>
                <a:cs typeface="Arial" panose="020B0604020202020204" pitchFamily="34" charset="0"/>
              </a:rPr>
              <a:t>and</a:t>
            </a:r>
            <a:r>
              <a:rPr lang="en-US" sz="2400" spc="-175" dirty="0">
                <a:latin typeface="Arial" panose="020B0604020202020204" pitchFamily="34" charset="0"/>
                <a:cs typeface="Arial" panose="020B0604020202020204" pitchFamily="34" charset="0"/>
              </a:rPr>
              <a:t> </a:t>
            </a:r>
            <a:r>
              <a:rPr lang="en-US" sz="2400" spc="160" dirty="0">
                <a:latin typeface="Arial" panose="020B0604020202020204" pitchFamily="34" charset="0"/>
                <a:cs typeface="Arial" panose="020B0604020202020204" pitchFamily="34" charset="0"/>
              </a:rPr>
              <a:t>culture.</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343540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42071" y="2984456"/>
            <a:ext cx="8401049" cy="562927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5" name="object 5"/>
          <p:cNvSpPr txBox="1">
            <a:spLocks noGrp="1"/>
          </p:cNvSpPr>
          <p:nvPr>
            <p:ph type="title"/>
          </p:nvPr>
        </p:nvSpPr>
        <p:spPr>
          <a:xfrm>
            <a:off x="-2057400" y="1021753"/>
            <a:ext cx="12895002" cy="1548181"/>
          </a:xfrm>
          <a:prstGeom prst="rect">
            <a:avLst/>
          </a:prstGeom>
        </p:spPr>
        <p:txBody>
          <a:bodyPr vert="horz" wrap="square" lIns="0" tIns="710248" rIns="0" bIns="0" rtlCol="0">
            <a:spAutoFit/>
          </a:bodyPr>
          <a:lstStyle/>
          <a:p>
            <a:pPr marL="3950970">
              <a:lnSpc>
                <a:spcPct val="100000"/>
              </a:lnSpc>
              <a:spcBef>
                <a:spcPts val="100"/>
              </a:spcBef>
            </a:pPr>
            <a:r>
              <a:rPr lang="en-US" b="1" u="sng" spc="220" dirty="0">
                <a:solidFill>
                  <a:srgbClr val="CF0E16"/>
                </a:solidFill>
              </a:rPr>
              <a:t>MAJOR PROBLEMS :</a:t>
            </a:r>
            <a:endParaRPr b="1" u="sng" spc="220" dirty="0">
              <a:solidFill>
                <a:srgbClr val="CF0E16"/>
              </a:solidFill>
            </a:endParaRPr>
          </a:p>
        </p:txBody>
      </p:sp>
      <p:pic>
        <p:nvPicPr>
          <p:cNvPr id="6" name="object 6"/>
          <p:cNvPicPr/>
          <p:nvPr/>
        </p:nvPicPr>
        <p:blipFill>
          <a:blip r:embed="rId3" cstate="print"/>
          <a:stretch>
            <a:fillRect/>
          </a:stretch>
        </p:blipFill>
        <p:spPr>
          <a:xfrm>
            <a:off x="9708855" y="3485155"/>
            <a:ext cx="123824" cy="123824"/>
          </a:xfrm>
          <a:prstGeom prst="rect">
            <a:avLst/>
          </a:prstGeom>
        </p:spPr>
      </p:pic>
      <p:pic>
        <p:nvPicPr>
          <p:cNvPr id="7" name="object 7"/>
          <p:cNvPicPr/>
          <p:nvPr/>
        </p:nvPicPr>
        <p:blipFill>
          <a:blip r:embed="rId3" cstate="print"/>
          <a:stretch>
            <a:fillRect/>
          </a:stretch>
        </p:blipFill>
        <p:spPr>
          <a:xfrm>
            <a:off x="9708855" y="4628155"/>
            <a:ext cx="123824" cy="123824"/>
          </a:xfrm>
          <a:prstGeom prst="rect">
            <a:avLst/>
          </a:prstGeom>
        </p:spPr>
      </p:pic>
      <p:pic>
        <p:nvPicPr>
          <p:cNvPr id="8" name="object 8"/>
          <p:cNvPicPr/>
          <p:nvPr/>
        </p:nvPicPr>
        <p:blipFill>
          <a:blip r:embed="rId4" cstate="print"/>
          <a:stretch>
            <a:fillRect/>
          </a:stretch>
        </p:blipFill>
        <p:spPr>
          <a:xfrm>
            <a:off x="9708855" y="6342655"/>
            <a:ext cx="123824" cy="123824"/>
          </a:xfrm>
          <a:prstGeom prst="rect">
            <a:avLst/>
          </a:prstGeom>
        </p:spPr>
      </p:pic>
      <p:sp>
        <p:nvSpPr>
          <p:cNvPr id="9" name="object 9"/>
          <p:cNvSpPr txBox="1"/>
          <p:nvPr/>
        </p:nvSpPr>
        <p:spPr>
          <a:xfrm>
            <a:off x="10010480" y="3158130"/>
            <a:ext cx="7632065" cy="5168900"/>
          </a:xfrm>
          <a:prstGeom prst="rect">
            <a:avLst/>
          </a:prstGeom>
        </p:spPr>
        <p:txBody>
          <a:bodyPr vert="horz" wrap="square" lIns="0" tIns="12700" rIns="0" bIns="0" rtlCol="0">
            <a:spAutoFit/>
          </a:bodyPr>
          <a:lstStyle/>
          <a:p>
            <a:pPr marL="12700" marR="1905000">
              <a:lnSpc>
                <a:spcPct val="125000"/>
              </a:lnSpc>
              <a:spcBef>
                <a:spcPts val="100"/>
              </a:spcBef>
            </a:pPr>
            <a:r>
              <a:rPr sz="3000" spc="200" dirty="0">
                <a:latin typeface="Tahoma"/>
                <a:cs typeface="Tahoma"/>
              </a:rPr>
              <a:t>Fake</a:t>
            </a:r>
            <a:r>
              <a:rPr sz="3000" spc="-155" dirty="0">
                <a:latin typeface="Tahoma"/>
                <a:cs typeface="Tahoma"/>
              </a:rPr>
              <a:t> </a:t>
            </a:r>
            <a:r>
              <a:rPr sz="3000" spc="250" dirty="0">
                <a:latin typeface="Tahoma"/>
                <a:cs typeface="Tahoma"/>
              </a:rPr>
              <a:t>news</a:t>
            </a:r>
            <a:r>
              <a:rPr sz="3000" spc="-150" dirty="0">
                <a:latin typeface="Tahoma"/>
                <a:cs typeface="Tahoma"/>
              </a:rPr>
              <a:t> </a:t>
            </a:r>
            <a:r>
              <a:rPr sz="3000" spc="200" dirty="0">
                <a:latin typeface="Tahoma"/>
                <a:cs typeface="Tahoma"/>
              </a:rPr>
              <a:t>influences</a:t>
            </a:r>
            <a:r>
              <a:rPr sz="3000" spc="-155" dirty="0">
                <a:latin typeface="Tahoma"/>
                <a:cs typeface="Tahoma"/>
              </a:rPr>
              <a:t> </a:t>
            </a:r>
            <a:r>
              <a:rPr sz="3000" spc="185" dirty="0">
                <a:latin typeface="Tahoma"/>
                <a:cs typeface="Tahoma"/>
              </a:rPr>
              <a:t>people's perception.</a:t>
            </a:r>
            <a:endParaRPr sz="3000">
              <a:latin typeface="Tahoma"/>
              <a:cs typeface="Tahoma"/>
            </a:endParaRPr>
          </a:p>
          <a:p>
            <a:pPr marL="12700" marR="139065">
              <a:lnSpc>
                <a:spcPct val="125000"/>
              </a:lnSpc>
            </a:pPr>
            <a:r>
              <a:rPr sz="3000" spc="200" dirty="0">
                <a:latin typeface="Tahoma"/>
                <a:cs typeface="Tahoma"/>
              </a:rPr>
              <a:t>Fake</a:t>
            </a:r>
            <a:r>
              <a:rPr sz="3000" spc="-160" dirty="0">
                <a:latin typeface="Tahoma"/>
                <a:cs typeface="Tahoma"/>
              </a:rPr>
              <a:t> </a:t>
            </a:r>
            <a:r>
              <a:rPr sz="3000" spc="250" dirty="0">
                <a:latin typeface="Tahoma"/>
                <a:cs typeface="Tahoma"/>
              </a:rPr>
              <a:t>news</a:t>
            </a:r>
            <a:r>
              <a:rPr sz="3000" spc="-160" dirty="0">
                <a:latin typeface="Tahoma"/>
                <a:cs typeface="Tahoma"/>
              </a:rPr>
              <a:t> </a:t>
            </a:r>
            <a:r>
              <a:rPr sz="3000" spc="150" dirty="0">
                <a:latin typeface="Tahoma"/>
                <a:cs typeface="Tahoma"/>
              </a:rPr>
              <a:t>are</a:t>
            </a:r>
            <a:r>
              <a:rPr sz="3000" spc="-155" dirty="0">
                <a:latin typeface="Tahoma"/>
                <a:cs typeface="Tahoma"/>
              </a:rPr>
              <a:t> </a:t>
            </a:r>
            <a:r>
              <a:rPr sz="3000" spc="225" dirty="0">
                <a:latin typeface="Tahoma"/>
                <a:cs typeface="Tahoma"/>
              </a:rPr>
              <a:t>used</a:t>
            </a:r>
            <a:r>
              <a:rPr sz="3000" spc="-160" dirty="0">
                <a:latin typeface="Tahoma"/>
                <a:cs typeface="Tahoma"/>
              </a:rPr>
              <a:t> </a:t>
            </a:r>
            <a:r>
              <a:rPr sz="3000" spc="120" dirty="0">
                <a:latin typeface="Tahoma"/>
                <a:cs typeface="Tahoma"/>
              </a:rPr>
              <a:t>as</a:t>
            </a:r>
            <a:r>
              <a:rPr sz="3000" spc="-160" dirty="0">
                <a:latin typeface="Tahoma"/>
                <a:cs typeface="Tahoma"/>
              </a:rPr>
              <a:t> </a:t>
            </a:r>
            <a:r>
              <a:rPr sz="3000" spc="235" dirty="0">
                <a:latin typeface="Tahoma"/>
                <a:cs typeface="Tahoma"/>
              </a:rPr>
              <a:t>clickbait</a:t>
            </a:r>
            <a:r>
              <a:rPr sz="3000" spc="-155" dirty="0">
                <a:latin typeface="Tahoma"/>
                <a:cs typeface="Tahoma"/>
              </a:rPr>
              <a:t> </a:t>
            </a:r>
            <a:r>
              <a:rPr sz="3000" spc="140" dirty="0">
                <a:latin typeface="Tahoma"/>
                <a:cs typeface="Tahoma"/>
              </a:rPr>
              <a:t>for</a:t>
            </a:r>
            <a:r>
              <a:rPr sz="3000" spc="-160" dirty="0">
                <a:latin typeface="Tahoma"/>
                <a:cs typeface="Tahoma"/>
              </a:rPr>
              <a:t> </a:t>
            </a:r>
            <a:r>
              <a:rPr sz="3000" spc="215" dirty="0">
                <a:latin typeface="Tahoma"/>
                <a:cs typeface="Tahoma"/>
              </a:rPr>
              <a:t>the </a:t>
            </a:r>
            <a:r>
              <a:rPr sz="3000" spc="190" dirty="0">
                <a:latin typeface="Tahoma"/>
                <a:cs typeface="Tahoma"/>
              </a:rPr>
              <a:t>profit</a:t>
            </a:r>
            <a:r>
              <a:rPr sz="3000" spc="-155" dirty="0">
                <a:latin typeface="Tahoma"/>
                <a:cs typeface="Tahoma"/>
              </a:rPr>
              <a:t> </a:t>
            </a:r>
            <a:r>
              <a:rPr sz="3000" spc="155" dirty="0">
                <a:latin typeface="Tahoma"/>
                <a:cs typeface="Tahoma"/>
              </a:rPr>
              <a:t>of</a:t>
            </a:r>
            <a:r>
              <a:rPr sz="3000" spc="-150" dirty="0">
                <a:latin typeface="Tahoma"/>
                <a:cs typeface="Tahoma"/>
              </a:rPr>
              <a:t> </a:t>
            </a:r>
            <a:r>
              <a:rPr sz="3000" spc="250" dirty="0">
                <a:latin typeface="Tahoma"/>
                <a:cs typeface="Tahoma"/>
              </a:rPr>
              <a:t>content</a:t>
            </a:r>
            <a:r>
              <a:rPr sz="3000" spc="-155" dirty="0">
                <a:latin typeface="Tahoma"/>
                <a:cs typeface="Tahoma"/>
              </a:rPr>
              <a:t> </a:t>
            </a:r>
            <a:r>
              <a:rPr sz="3000" spc="165" dirty="0">
                <a:latin typeface="Tahoma"/>
                <a:cs typeface="Tahoma"/>
              </a:rPr>
              <a:t>publishers.</a:t>
            </a:r>
            <a:r>
              <a:rPr sz="3000" spc="-150" dirty="0">
                <a:latin typeface="Tahoma"/>
                <a:cs typeface="Tahoma"/>
              </a:rPr>
              <a:t> </a:t>
            </a:r>
            <a:r>
              <a:rPr sz="3000" spc="245" dirty="0">
                <a:latin typeface="Tahoma"/>
                <a:cs typeface="Tahoma"/>
              </a:rPr>
              <a:t>More</a:t>
            </a:r>
            <a:r>
              <a:rPr sz="3000" spc="-150" dirty="0">
                <a:latin typeface="Tahoma"/>
                <a:cs typeface="Tahoma"/>
              </a:rPr>
              <a:t> </a:t>
            </a:r>
            <a:r>
              <a:rPr sz="3000" spc="200" dirty="0">
                <a:latin typeface="Tahoma"/>
                <a:cs typeface="Tahoma"/>
              </a:rPr>
              <a:t>clicks </a:t>
            </a:r>
            <a:r>
              <a:rPr sz="3000" spc="220" dirty="0">
                <a:latin typeface="Tahoma"/>
                <a:cs typeface="Tahoma"/>
              </a:rPr>
              <a:t>contributes</a:t>
            </a:r>
            <a:r>
              <a:rPr sz="3000" spc="-160" dirty="0">
                <a:latin typeface="Tahoma"/>
                <a:cs typeface="Tahoma"/>
              </a:rPr>
              <a:t> </a:t>
            </a:r>
            <a:r>
              <a:rPr sz="3000" spc="275" dirty="0">
                <a:latin typeface="Tahoma"/>
                <a:cs typeface="Tahoma"/>
              </a:rPr>
              <a:t>more</a:t>
            </a:r>
            <a:r>
              <a:rPr sz="3000" spc="-160" dirty="0">
                <a:latin typeface="Tahoma"/>
                <a:cs typeface="Tahoma"/>
              </a:rPr>
              <a:t> </a:t>
            </a:r>
            <a:r>
              <a:rPr sz="3000" spc="280" dirty="0">
                <a:latin typeface="Tahoma"/>
                <a:cs typeface="Tahoma"/>
              </a:rPr>
              <a:t>money</a:t>
            </a:r>
            <a:r>
              <a:rPr sz="3000" spc="-160" dirty="0">
                <a:latin typeface="Tahoma"/>
                <a:cs typeface="Tahoma"/>
              </a:rPr>
              <a:t> </a:t>
            </a:r>
            <a:r>
              <a:rPr sz="3000" spc="229" dirty="0">
                <a:latin typeface="Tahoma"/>
                <a:cs typeface="Tahoma"/>
              </a:rPr>
              <a:t>to</a:t>
            </a:r>
            <a:r>
              <a:rPr sz="3000" spc="-160" dirty="0">
                <a:latin typeface="Tahoma"/>
                <a:cs typeface="Tahoma"/>
              </a:rPr>
              <a:t> </a:t>
            </a:r>
            <a:r>
              <a:rPr sz="3000" spc="195" dirty="0">
                <a:latin typeface="Tahoma"/>
                <a:cs typeface="Tahoma"/>
              </a:rPr>
              <a:t>them.</a:t>
            </a:r>
            <a:endParaRPr sz="3000">
              <a:latin typeface="Tahoma"/>
              <a:cs typeface="Tahoma"/>
            </a:endParaRPr>
          </a:p>
          <a:p>
            <a:pPr marL="12700" marR="5080">
              <a:lnSpc>
                <a:spcPct val="125000"/>
              </a:lnSpc>
            </a:pPr>
            <a:r>
              <a:rPr sz="3000" spc="160" dirty="0">
                <a:latin typeface="Tahoma"/>
                <a:cs typeface="Tahoma"/>
              </a:rPr>
              <a:t>The</a:t>
            </a:r>
            <a:r>
              <a:rPr sz="3000" spc="-160" dirty="0">
                <a:latin typeface="Tahoma"/>
                <a:cs typeface="Tahoma"/>
              </a:rPr>
              <a:t> </a:t>
            </a:r>
            <a:r>
              <a:rPr sz="3000" spc="125" dirty="0">
                <a:latin typeface="Tahoma"/>
                <a:cs typeface="Tahoma"/>
              </a:rPr>
              <a:t>rise</a:t>
            </a:r>
            <a:r>
              <a:rPr sz="3000" spc="-160" dirty="0">
                <a:latin typeface="Tahoma"/>
                <a:cs typeface="Tahoma"/>
              </a:rPr>
              <a:t> </a:t>
            </a:r>
            <a:r>
              <a:rPr sz="3000" spc="155" dirty="0">
                <a:latin typeface="Tahoma"/>
                <a:cs typeface="Tahoma"/>
              </a:rPr>
              <a:t>of</a:t>
            </a:r>
            <a:r>
              <a:rPr sz="3000" spc="-160" dirty="0">
                <a:latin typeface="Tahoma"/>
                <a:cs typeface="Tahoma"/>
              </a:rPr>
              <a:t> </a:t>
            </a:r>
            <a:r>
              <a:rPr sz="3000" spc="180" dirty="0">
                <a:latin typeface="Tahoma"/>
                <a:cs typeface="Tahoma"/>
              </a:rPr>
              <a:t>fake</a:t>
            </a:r>
            <a:r>
              <a:rPr sz="3000" spc="-155" dirty="0">
                <a:latin typeface="Tahoma"/>
                <a:cs typeface="Tahoma"/>
              </a:rPr>
              <a:t> </a:t>
            </a:r>
            <a:r>
              <a:rPr sz="3000" spc="250" dirty="0">
                <a:latin typeface="Tahoma"/>
                <a:cs typeface="Tahoma"/>
              </a:rPr>
              <a:t>news</a:t>
            </a:r>
            <a:r>
              <a:rPr sz="3000" spc="-160" dirty="0">
                <a:latin typeface="Tahoma"/>
                <a:cs typeface="Tahoma"/>
              </a:rPr>
              <a:t> </a:t>
            </a:r>
            <a:r>
              <a:rPr sz="3000" spc="185" dirty="0">
                <a:latin typeface="Tahoma"/>
                <a:cs typeface="Tahoma"/>
              </a:rPr>
              <a:t>has</a:t>
            </a:r>
            <a:r>
              <a:rPr sz="3000" spc="-160" dirty="0">
                <a:latin typeface="Tahoma"/>
                <a:cs typeface="Tahoma"/>
              </a:rPr>
              <a:t> </a:t>
            </a:r>
            <a:r>
              <a:rPr sz="3000" spc="310" dirty="0">
                <a:latin typeface="Tahoma"/>
                <a:cs typeface="Tahoma"/>
              </a:rPr>
              <a:t>become</a:t>
            </a:r>
            <a:r>
              <a:rPr sz="3000" spc="-160" dirty="0">
                <a:latin typeface="Tahoma"/>
                <a:cs typeface="Tahoma"/>
              </a:rPr>
              <a:t> </a:t>
            </a:r>
            <a:r>
              <a:rPr sz="3000" spc="120" dirty="0">
                <a:latin typeface="Tahoma"/>
                <a:cs typeface="Tahoma"/>
              </a:rPr>
              <a:t>a </a:t>
            </a:r>
            <a:r>
              <a:rPr sz="3000" spc="235" dirty="0">
                <a:latin typeface="Tahoma"/>
                <a:cs typeface="Tahoma"/>
              </a:rPr>
              <a:t>global</a:t>
            </a:r>
            <a:r>
              <a:rPr sz="3000" spc="-155" dirty="0">
                <a:latin typeface="Tahoma"/>
                <a:cs typeface="Tahoma"/>
              </a:rPr>
              <a:t> </a:t>
            </a:r>
            <a:r>
              <a:rPr sz="3000" spc="290" dirty="0">
                <a:latin typeface="Tahoma"/>
                <a:cs typeface="Tahoma"/>
              </a:rPr>
              <a:t>problem</a:t>
            </a:r>
            <a:r>
              <a:rPr sz="3000" spc="-155" dirty="0">
                <a:latin typeface="Tahoma"/>
                <a:cs typeface="Tahoma"/>
              </a:rPr>
              <a:t> </a:t>
            </a:r>
            <a:r>
              <a:rPr sz="3000" spc="229" dirty="0">
                <a:latin typeface="Tahoma"/>
                <a:cs typeface="Tahoma"/>
              </a:rPr>
              <a:t>that</a:t>
            </a:r>
            <a:r>
              <a:rPr sz="3000" spc="-155" dirty="0">
                <a:latin typeface="Tahoma"/>
                <a:cs typeface="Tahoma"/>
              </a:rPr>
              <a:t> </a:t>
            </a:r>
            <a:r>
              <a:rPr sz="3000" spc="245" dirty="0">
                <a:latin typeface="Tahoma"/>
                <a:cs typeface="Tahoma"/>
              </a:rPr>
              <a:t>will</a:t>
            </a:r>
            <a:r>
              <a:rPr sz="3000" spc="-155" dirty="0">
                <a:latin typeface="Tahoma"/>
                <a:cs typeface="Tahoma"/>
              </a:rPr>
              <a:t> </a:t>
            </a:r>
            <a:r>
              <a:rPr sz="3000" spc="295" dirty="0">
                <a:latin typeface="Tahoma"/>
                <a:cs typeface="Tahoma"/>
              </a:rPr>
              <a:t>impact</a:t>
            </a:r>
            <a:r>
              <a:rPr sz="3000" spc="-155" dirty="0">
                <a:latin typeface="Tahoma"/>
                <a:cs typeface="Tahoma"/>
              </a:rPr>
              <a:t> </a:t>
            </a:r>
            <a:r>
              <a:rPr sz="3000" spc="170" dirty="0">
                <a:latin typeface="Tahoma"/>
                <a:cs typeface="Tahoma"/>
              </a:rPr>
              <a:t>people, </a:t>
            </a:r>
            <a:r>
              <a:rPr sz="3000" spc="215" dirty="0">
                <a:latin typeface="Tahoma"/>
                <a:cs typeface="Tahoma"/>
              </a:rPr>
              <a:t>culture</a:t>
            </a:r>
            <a:r>
              <a:rPr sz="3000" spc="-155" dirty="0">
                <a:latin typeface="Tahoma"/>
                <a:cs typeface="Tahoma"/>
              </a:rPr>
              <a:t> </a:t>
            </a:r>
            <a:r>
              <a:rPr sz="3000" spc="120" dirty="0">
                <a:latin typeface="Tahoma"/>
                <a:cs typeface="Tahoma"/>
              </a:rPr>
              <a:t>as</a:t>
            </a:r>
            <a:r>
              <a:rPr sz="3000" spc="-155" dirty="0">
                <a:latin typeface="Tahoma"/>
                <a:cs typeface="Tahoma"/>
              </a:rPr>
              <a:t> </a:t>
            </a:r>
            <a:r>
              <a:rPr sz="3000" spc="170" dirty="0">
                <a:latin typeface="Tahoma"/>
                <a:cs typeface="Tahoma"/>
              </a:rPr>
              <a:t>a</a:t>
            </a:r>
            <a:r>
              <a:rPr sz="3000" spc="-150" dirty="0">
                <a:latin typeface="Tahoma"/>
                <a:cs typeface="Tahoma"/>
              </a:rPr>
              <a:t> </a:t>
            </a:r>
            <a:r>
              <a:rPr sz="3000" spc="275" dirty="0">
                <a:latin typeface="Tahoma"/>
                <a:cs typeface="Tahoma"/>
              </a:rPr>
              <a:t>whole</a:t>
            </a:r>
            <a:r>
              <a:rPr sz="3000" spc="-155" dirty="0">
                <a:latin typeface="Tahoma"/>
                <a:cs typeface="Tahoma"/>
              </a:rPr>
              <a:t> </a:t>
            </a:r>
            <a:r>
              <a:rPr sz="3000" spc="285" dirty="0">
                <a:latin typeface="Tahoma"/>
                <a:cs typeface="Tahoma"/>
              </a:rPr>
              <a:t>and</a:t>
            </a:r>
            <a:r>
              <a:rPr sz="3000" spc="-150" dirty="0">
                <a:latin typeface="Tahoma"/>
                <a:cs typeface="Tahoma"/>
              </a:rPr>
              <a:t> </a:t>
            </a:r>
            <a:r>
              <a:rPr sz="3000" spc="225" dirty="0">
                <a:latin typeface="Tahoma"/>
                <a:cs typeface="Tahoma"/>
              </a:rPr>
              <a:t>in</a:t>
            </a:r>
            <a:r>
              <a:rPr sz="3000" spc="-155" dirty="0">
                <a:latin typeface="Tahoma"/>
                <a:cs typeface="Tahoma"/>
              </a:rPr>
              <a:t> </a:t>
            </a:r>
            <a:r>
              <a:rPr sz="3000" spc="135" dirty="0">
                <a:latin typeface="Tahoma"/>
                <a:cs typeface="Tahoma"/>
              </a:rPr>
              <a:t>general,</a:t>
            </a:r>
            <a:r>
              <a:rPr sz="3000" spc="-150" dirty="0">
                <a:latin typeface="Tahoma"/>
                <a:cs typeface="Tahoma"/>
              </a:rPr>
              <a:t> </a:t>
            </a:r>
            <a:r>
              <a:rPr sz="3000" spc="285" dirty="0">
                <a:latin typeface="Tahoma"/>
                <a:cs typeface="Tahoma"/>
              </a:rPr>
              <a:t>doubt </a:t>
            </a:r>
            <a:r>
              <a:rPr sz="3000" spc="240" dirty="0">
                <a:latin typeface="Tahoma"/>
                <a:cs typeface="Tahoma"/>
              </a:rPr>
              <a:t>the</a:t>
            </a:r>
            <a:r>
              <a:rPr sz="3000" spc="-150" dirty="0">
                <a:latin typeface="Tahoma"/>
                <a:cs typeface="Tahoma"/>
              </a:rPr>
              <a:t> </a:t>
            </a:r>
            <a:r>
              <a:rPr sz="3000" spc="215" dirty="0">
                <a:latin typeface="Tahoma"/>
                <a:cs typeface="Tahoma"/>
              </a:rPr>
              <a:t>authenticity</a:t>
            </a:r>
            <a:r>
              <a:rPr sz="3000" spc="-150" dirty="0">
                <a:latin typeface="Tahoma"/>
                <a:cs typeface="Tahoma"/>
              </a:rPr>
              <a:t> </a:t>
            </a:r>
            <a:r>
              <a:rPr sz="3000" spc="155" dirty="0">
                <a:latin typeface="Tahoma"/>
                <a:cs typeface="Tahoma"/>
              </a:rPr>
              <a:t>of</a:t>
            </a:r>
            <a:r>
              <a:rPr sz="3000" spc="-145" dirty="0">
                <a:latin typeface="Tahoma"/>
                <a:cs typeface="Tahoma"/>
              </a:rPr>
              <a:t> </a:t>
            </a:r>
            <a:r>
              <a:rPr sz="3000" spc="204" dirty="0">
                <a:latin typeface="Tahoma"/>
                <a:cs typeface="Tahoma"/>
              </a:rPr>
              <a:t>journalism</a:t>
            </a:r>
            <a:r>
              <a:rPr sz="3000" spc="-150" dirty="0">
                <a:latin typeface="Tahoma"/>
                <a:cs typeface="Tahoma"/>
              </a:rPr>
              <a:t> </a:t>
            </a:r>
            <a:r>
              <a:rPr sz="3000" spc="120" dirty="0">
                <a:latin typeface="Tahoma"/>
                <a:cs typeface="Tahoma"/>
              </a:rPr>
              <a:t>as</a:t>
            </a:r>
            <a:r>
              <a:rPr sz="3000" spc="-150" dirty="0">
                <a:latin typeface="Tahoma"/>
                <a:cs typeface="Tahoma"/>
              </a:rPr>
              <a:t> </a:t>
            </a:r>
            <a:r>
              <a:rPr sz="3000" spc="229" dirty="0">
                <a:latin typeface="Tahoma"/>
                <a:cs typeface="Tahoma"/>
              </a:rPr>
              <a:t>well</a:t>
            </a:r>
            <a:endParaRPr sz="3000">
              <a:latin typeface="Tahoma"/>
              <a:cs typeface="Tahoma"/>
            </a:endParaRPr>
          </a:p>
        </p:txBody>
      </p:sp>
      <p:pic>
        <p:nvPicPr>
          <p:cNvPr id="10" name="object 10"/>
          <p:cNvPicPr/>
          <p:nvPr/>
        </p:nvPicPr>
        <p:blipFill>
          <a:blip r:embed="rId5" cstate="print"/>
          <a:stretch>
            <a:fillRect/>
          </a:stretch>
        </p:blipFill>
        <p:spPr>
          <a:xfrm>
            <a:off x="203" y="8614147"/>
            <a:ext cx="2214818" cy="1680442"/>
          </a:xfrm>
          <a:prstGeom prst="rect">
            <a:avLst/>
          </a:prstGeom>
        </p:spPr>
      </p:pic>
      <p:pic>
        <p:nvPicPr>
          <p:cNvPr id="11" name="object 11"/>
          <p:cNvPicPr/>
          <p:nvPr/>
        </p:nvPicPr>
        <p:blipFill>
          <a:blip r:embed="rId6" cstate="print"/>
          <a:stretch>
            <a:fillRect/>
          </a:stretch>
        </p:blipFill>
        <p:spPr>
          <a:xfrm>
            <a:off x="15740622" y="-10359"/>
            <a:ext cx="2554319" cy="199209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02" y="8614149"/>
            <a:ext cx="2214818" cy="1680441"/>
          </a:xfrm>
          <a:prstGeom prst="rect">
            <a:avLst/>
          </a:prstGeom>
        </p:spPr>
      </p:pic>
      <p:pic>
        <p:nvPicPr>
          <p:cNvPr id="3" name="object 3"/>
          <p:cNvPicPr/>
          <p:nvPr/>
        </p:nvPicPr>
        <p:blipFill>
          <a:blip r:embed="rId3" cstate="print"/>
          <a:stretch>
            <a:fillRect/>
          </a:stretch>
        </p:blipFill>
        <p:spPr>
          <a:xfrm>
            <a:off x="15740623" y="-10358"/>
            <a:ext cx="2554319" cy="1992098"/>
          </a:xfrm>
          <a:prstGeom prst="rect">
            <a:avLst/>
          </a:prstGeom>
        </p:spPr>
      </p:pic>
      <p:sp>
        <p:nvSpPr>
          <p:cNvPr id="4" name="object 4"/>
          <p:cNvSpPr/>
          <p:nvPr/>
        </p:nvSpPr>
        <p:spPr>
          <a:xfrm>
            <a:off x="0" y="4297"/>
            <a:ext cx="3471545" cy="2552700"/>
          </a:xfrm>
          <a:custGeom>
            <a:avLst/>
            <a:gdLst/>
            <a:ahLst/>
            <a:cxnLst/>
            <a:rect l="l" t="t" r="r" b="b"/>
            <a:pathLst>
              <a:path w="3471545" h="2552700">
                <a:moveTo>
                  <a:pt x="3463908" y="0"/>
                </a:moveTo>
                <a:lnTo>
                  <a:pt x="3471045" y="0"/>
                </a:lnTo>
                <a:lnTo>
                  <a:pt x="3463291" y="12699"/>
                </a:lnTo>
                <a:lnTo>
                  <a:pt x="3433104" y="50799"/>
                </a:lnTo>
                <a:lnTo>
                  <a:pt x="3402637" y="88899"/>
                </a:lnTo>
                <a:lnTo>
                  <a:pt x="3371891" y="126999"/>
                </a:lnTo>
                <a:lnTo>
                  <a:pt x="3340866" y="165099"/>
                </a:lnTo>
                <a:lnTo>
                  <a:pt x="3309564" y="215899"/>
                </a:lnTo>
                <a:lnTo>
                  <a:pt x="3277984" y="253999"/>
                </a:lnTo>
                <a:lnTo>
                  <a:pt x="3246126" y="292099"/>
                </a:lnTo>
                <a:lnTo>
                  <a:pt x="3213992" y="330199"/>
                </a:lnTo>
                <a:lnTo>
                  <a:pt x="3148895" y="406399"/>
                </a:lnTo>
                <a:lnTo>
                  <a:pt x="3082696" y="482599"/>
                </a:lnTo>
                <a:lnTo>
                  <a:pt x="3015398" y="558799"/>
                </a:lnTo>
                <a:lnTo>
                  <a:pt x="2981339" y="584199"/>
                </a:lnTo>
                <a:lnTo>
                  <a:pt x="2912399" y="660399"/>
                </a:lnTo>
                <a:lnTo>
                  <a:pt x="2842370" y="736599"/>
                </a:lnTo>
                <a:lnTo>
                  <a:pt x="2771253" y="812799"/>
                </a:lnTo>
                <a:lnTo>
                  <a:pt x="2735321" y="838199"/>
                </a:lnTo>
                <a:lnTo>
                  <a:pt x="2626296" y="952499"/>
                </a:lnTo>
                <a:lnTo>
                  <a:pt x="2589546" y="977899"/>
                </a:lnTo>
                <a:lnTo>
                  <a:pt x="2478089" y="1092199"/>
                </a:lnTo>
                <a:lnTo>
                  <a:pt x="2440536" y="1117599"/>
                </a:lnTo>
                <a:lnTo>
                  <a:pt x="2402783" y="1155699"/>
                </a:lnTo>
                <a:lnTo>
                  <a:pt x="2364832" y="1181099"/>
                </a:lnTo>
                <a:lnTo>
                  <a:pt x="2326684" y="1219199"/>
                </a:lnTo>
                <a:lnTo>
                  <a:pt x="2288338" y="1244599"/>
                </a:lnTo>
                <a:lnTo>
                  <a:pt x="2211061" y="1320799"/>
                </a:lnTo>
                <a:lnTo>
                  <a:pt x="2133005" y="1371599"/>
                </a:lnTo>
                <a:lnTo>
                  <a:pt x="2093687" y="1409699"/>
                </a:lnTo>
                <a:lnTo>
                  <a:pt x="2054178" y="1435099"/>
                </a:lnTo>
                <a:lnTo>
                  <a:pt x="2014477" y="1473199"/>
                </a:lnTo>
                <a:lnTo>
                  <a:pt x="1934504" y="1523999"/>
                </a:lnTo>
                <a:lnTo>
                  <a:pt x="1894234" y="1562099"/>
                </a:lnTo>
                <a:lnTo>
                  <a:pt x="1813129" y="1612899"/>
                </a:lnTo>
                <a:lnTo>
                  <a:pt x="1772296" y="1650999"/>
                </a:lnTo>
                <a:lnTo>
                  <a:pt x="1607115" y="1752599"/>
                </a:lnTo>
                <a:lnTo>
                  <a:pt x="1565361" y="1790699"/>
                </a:lnTo>
                <a:lnTo>
                  <a:pt x="1353875" y="1917699"/>
                </a:lnTo>
                <a:lnTo>
                  <a:pt x="1006280" y="2120899"/>
                </a:lnTo>
                <a:lnTo>
                  <a:pt x="962049" y="2133599"/>
                </a:lnTo>
                <a:lnTo>
                  <a:pt x="783422" y="2235199"/>
                </a:lnTo>
                <a:lnTo>
                  <a:pt x="738344" y="2247899"/>
                </a:lnTo>
                <a:lnTo>
                  <a:pt x="647687" y="2298699"/>
                </a:lnTo>
                <a:lnTo>
                  <a:pt x="602109" y="2311399"/>
                </a:lnTo>
                <a:lnTo>
                  <a:pt x="510460" y="2362199"/>
                </a:lnTo>
                <a:lnTo>
                  <a:pt x="464391" y="2374899"/>
                </a:lnTo>
                <a:lnTo>
                  <a:pt x="418159" y="2400299"/>
                </a:lnTo>
                <a:lnTo>
                  <a:pt x="371009" y="2412999"/>
                </a:lnTo>
                <a:lnTo>
                  <a:pt x="323758" y="2438399"/>
                </a:lnTo>
                <a:lnTo>
                  <a:pt x="276407" y="2451099"/>
                </a:lnTo>
                <a:lnTo>
                  <a:pt x="228958" y="2476499"/>
                </a:lnTo>
                <a:lnTo>
                  <a:pt x="181411" y="2489199"/>
                </a:lnTo>
                <a:lnTo>
                  <a:pt x="133768" y="2514599"/>
                </a:lnTo>
                <a:lnTo>
                  <a:pt x="38194" y="2539999"/>
                </a:lnTo>
                <a:lnTo>
                  <a:pt x="0" y="2552699"/>
                </a:lnTo>
                <a:lnTo>
                  <a:pt x="36118" y="2539999"/>
                </a:lnTo>
                <a:lnTo>
                  <a:pt x="83927" y="2527299"/>
                </a:lnTo>
                <a:lnTo>
                  <a:pt x="131644" y="2501899"/>
                </a:lnTo>
                <a:lnTo>
                  <a:pt x="179268" y="2489199"/>
                </a:lnTo>
                <a:lnTo>
                  <a:pt x="226799" y="2463799"/>
                </a:lnTo>
                <a:lnTo>
                  <a:pt x="274235" y="2451099"/>
                </a:lnTo>
                <a:lnTo>
                  <a:pt x="321576" y="2425699"/>
                </a:lnTo>
                <a:lnTo>
                  <a:pt x="368822" y="2412999"/>
                </a:lnTo>
                <a:lnTo>
                  <a:pt x="415970" y="2387599"/>
                </a:lnTo>
                <a:lnTo>
                  <a:pt x="462200" y="2374899"/>
                </a:lnTo>
                <a:lnTo>
                  <a:pt x="508264" y="2349499"/>
                </a:lnTo>
                <a:lnTo>
                  <a:pt x="554160" y="2336799"/>
                </a:lnTo>
                <a:lnTo>
                  <a:pt x="645450" y="2285999"/>
                </a:lnTo>
                <a:lnTo>
                  <a:pt x="690842" y="2273299"/>
                </a:lnTo>
                <a:lnTo>
                  <a:pt x="825997" y="2197099"/>
                </a:lnTo>
                <a:lnTo>
                  <a:pt x="870707" y="2184399"/>
                </a:lnTo>
                <a:lnTo>
                  <a:pt x="1091661" y="2057399"/>
                </a:lnTo>
                <a:lnTo>
                  <a:pt x="1135329" y="2044699"/>
                </a:lnTo>
                <a:lnTo>
                  <a:pt x="1436038" y="1866899"/>
                </a:lnTo>
                <a:lnTo>
                  <a:pt x="1478280" y="1828799"/>
                </a:lnTo>
                <a:lnTo>
                  <a:pt x="1686762" y="1701799"/>
                </a:lnTo>
                <a:lnTo>
                  <a:pt x="1727908" y="1663699"/>
                </a:lnTo>
                <a:lnTo>
                  <a:pt x="1850234" y="1587499"/>
                </a:lnTo>
                <a:lnTo>
                  <a:pt x="1890637" y="1549399"/>
                </a:lnTo>
                <a:lnTo>
                  <a:pt x="1970879" y="1498599"/>
                </a:lnTo>
                <a:lnTo>
                  <a:pt x="2010718" y="1460499"/>
                </a:lnTo>
                <a:lnTo>
                  <a:pt x="2050367" y="1435099"/>
                </a:lnTo>
                <a:lnTo>
                  <a:pt x="2089826" y="1396999"/>
                </a:lnTo>
                <a:lnTo>
                  <a:pt x="2168172" y="1346199"/>
                </a:lnTo>
                <a:lnTo>
                  <a:pt x="2207057" y="1308099"/>
                </a:lnTo>
                <a:lnTo>
                  <a:pt x="2245750" y="1282699"/>
                </a:lnTo>
                <a:lnTo>
                  <a:pt x="2284250" y="1244599"/>
                </a:lnTo>
                <a:lnTo>
                  <a:pt x="2322556" y="1219199"/>
                </a:lnTo>
                <a:lnTo>
                  <a:pt x="2398583" y="1142999"/>
                </a:lnTo>
                <a:lnTo>
                  <a:pt x="2436304" y="1117599"/>
                </a:lnTo>
                <a:lnTo>
                  <a:pt x="2511155" y="1041399"/>
                </a:lnTo>
                <a:lnTo>
                  <a:pt x="2548285" y="1015999"/>
                </a:lnTo>
                <a:lnTo>
                  <a:pt x="2621948" y="939799"/>
                </a:lnTo>
                <a:lnTo>
                  <a:pt x="2658481" y="914399"/>
                </a:lnTo>
                <a:lnTo>
                  <a:pt x="2766875" y="800099"/>
                </a:lnTo>
                <a:lnTo>
                  <a:pt x="2802569" y="761999"/>
                </a:lnTo>
                <a:lnTo>
                  <a:pt x="2837992" y="736599"/>
                </a:lnTo>
                <a:lnTo>
                  <a:pt x="2908021" y="660399"/>
                </a:lnTo>
                <a:lnTo>
                  <a:pt x="2976960" y="584199"/>
                </a:lnTo>
                <a:lnTo>
                  <a:pt x="3044806" y="507999"/>
                </a:lnTo>
                <a:lnTo>
                  <a:pt x="3111555" y="431799"/>
                </a:lnTo>
                <a:lnTo>
                  <a:pt x="3177204" y="355599"/>
                </a:lnTo>
                <a:lnTo>
                  <a:pt x="3209614" y="317499"/>
                </a:lnTo>
                <a:lnTo>
                  <a:pt x="3241748" y="279399"/>
                </a:lnTo>
                <a:lnTo>
                  <a:pt x="3273606" y="241299"/>
                </a:lnTo>
                <a:lnTo>
                  <a:pt x="3305186" y="203199"/>
                </a:lnTo>
                <a:lnTo>
                  <a:pt x="3336488" y="165099"/>
                </a:lnTo>
                <a:lnTo>
                  <a:pt x="3367513" y="126999"/>
                </a:lnTo>
                <a:lnTo>
                  <a:pt x="3398259" y="88899"/>
                </a:lnTo>
                <a:lnTo>
                  <a:pt x="3428726" y="50799"/>
                </a:lnTo>
                <a:lnTo>
                  <a:pt x="3458913" y="12699"/>
                </a:lnTo>
                <a:lnTo>
                  <a:pt x="3463908" y="0"/>
                </a:lnTo>
                <a:close/>
              </a:path>
              <a:path w="3471545" h="2552700">
                <a:moveTo>
                  <a:pt x="3202606" y="0"/>
                </a:moveTo>
                <a:lnTo>
                  <a:pt x="3210446" y="0"/>
                </a:lnTo>
                <a:lnTo>
                  <a:pt x="3181582" y="38099"/>
                </a:lnTo>
                <a:lnTo>
                  <a:pt x="3148895" y="76199"/>
                </a:lnTo>
                <a:lnTo>
                  <a:pt x="3082696" y="152399"/>
                </a:lnTo>
                <a:lnTo>
                  <a:pt x="3015398" y="228599"/>
                </a:lnTo>
                <a:lnTo>
                  <a:pt x="2947005" y="304799"/>
                </a:lnTo>
                <a:lnTo>
                  <a:pt x="2912399" y="330199"/>
                </a:lnTo>
                <a:lnTo>
                  <a:pt x="2877520" y="368299"/>
                </a:lnTo>
                <a:lnTo>
                  <a:pt x="2806947" y="444499"/>
                </a:lnTo>
                <a:lnTo>
                  <a:pt x="2735321" y="520699"/>
                </a:lnTo>
                <a:lnTo>
                  <a:pt x="2699184" y="546099"/>
                </a:lnTo>
                <a:lnTo>
                  <a:pt x="2589546" y="660399"/>
                </a:lnTo>
                <a:lnTo>
                  <a:pt x="2552595" y="685799"/>
                </a:lnTo>
                <a:lnTo>
                  <a:pt x="2478089" y="761999"/>
                </a:lnTo>
                <a:lnTo>
                  <a:pt x="2440536" y="787399"/>
                </a:lnTo>
                <a:lnTo>
                  <a:pt x="2364832" y="863599"/>
                </a:lnTo>
                <a:lnTo>
                  <a:pt x="2326684" y="888999"/>
                </a:lnTo>
                <a:lnTo>
                  <a:pt x="2288338" y="927099"/>
                </a:lnTo>
                <a:lnTo>
                  <a:pt x="2249797" y="952499"/>
                </a:lnTo>
                <a:lnTo>
                  <a:pt x="2211061" y="990599"/>
                </a:lnTo>
                <a:lnTo>
                  <a:pt x="2172130" y="1015999"/>
                </a:lnTo>
                <a:lnTo>
                  <a:pt x="2133005" y="1054099"/>
                </a:lnTo>
                <a:lnTo>
                  <a:pt x="2054178" y="1104899"/>
                </a:lnTo>
                <a:lnTo>
                  <a:pt x="2014477" y="1142999"/>
                </a:lnTo>
                <a:lnTo>
                  <a:pt x="1974585" y="1168399"/>
                </a:lnTo>
                <a:lnTo>
                  <a:pt x="1934504" y="1206499"/>
                </a:lnTo>
                <a:lnTo>
                  <a:pt x="1853775" y="1257299"/>
                </a:lnTo>
                <a:lnTo>
                  <a:pt x="1813129" y="1295399"/>
                </a:lnTo>
                <a:lnTo>
                  <a:pt x="1648686" y="1396999"/>
                </a:lnTo>
                <a:lnTo>
                  <a:pt x="1607115" y="1435099"/>
                </a:lnTo>
                <a:lnTo>
                  <a:pt x="1311041" y="1612899"/>
                </a:lnTo>
                <a:lnTo>
                  <a:pt x="962049" y="1816099"/>
                </a:lnTo>
                <a:lnTo>
                  <a:pt x="917647" y="1828799"/>
                </a:lnTo>
                <a:lnTo>
                  <a:pt x="783422" y="1904999"/>
                </a:lnTo>
                <a:lnTo>
                  <a:pt x="738344" y="1917699"/>
                </a:lnTo>
                <a:lnTo>
                  <a:pt x="647687" y="1968499"/>
                </a:lnTo>
                <a:lnTo>
                  <a:pt x="602109" y="1981199"/>
                </a:lnTo>
                <a:lnTo>
                  <a:pt x="510460" y="2031999"/>
                </a:lnTo>
                <a:lnTo>
                  <a:pt x="464391" y="2044699"/>
                </a:lnTo>
                <a:lnTo>
                  <a:pt x="418159" y="2070099"/>
                </a:lnTo>
                <a:lnTo>
                  <a:pt x="371009" y="2082799"/>
                </a:lnTo>
                <a:lnTo>
                  <a:pt x="323758" y="2108199"/>
                </a:lnTo>
                <a:lnTo>
                  <a:pt x="276407" y="2120899"/>
                </a:lnTo>
                <a:lnTo>
                  <a:pt x="228958" y="2146299"/>
                </a:lnTo>
                <a:lnTo>
                  <a:pt x="181411" y="2158999"/>
                </a:lnTo>
                <a:lnTo>
                  <a:pt x="133768" y="2184399"/>
                </a:lnTo>
                <a:lnTo>
                  <a:pt x="86028" y="2197099"/>
                </a:lnTo>
                <a:lnTo>
                  <a:pt x="38194" y="2222499"/>
                </a:lnTo>
                <a:lnTo>
                  <a:pt x="0" y="2235199"/>
                </a:lnTo>
                <a:lnTo>
                  <a:pt x="0" y="2222499"/>
                </a:lnTo>
                <a:lnTo>
                  <a:pt x="36118" y="2209799"/>
                </a:lnTo>
                <a:lnTo>
                  <a:pt x="83927" y="2197099"/>
                </a:lnTo>
                <a:lnTo>
                  <a:pt x="131644" y="2171699"/>
                </a:lnTo>
                <a:lnTo>
                  <a:pt x="226799" y="2146299"/>
                </a:lnTo>
                <a:lnTo>
                  <a:pt x="274235" y="2120899"/>
                </a:lnTo>
                <a:lnTo>
                  <a:pt x="321576" y="2108199"/>
                </a:lnTo>
                <a:lnTo>
                  <a:pt x="415970" y="2057399"/>
                </a:lnTo>
                <a:lnTo>
                  <a:pt x="462200" y="2044699"/>
                </a:lnTo>
                <a:lnTo>
                  <a:pt x="508264" y="2019299"/>
                </a:lnTo>
                <a:lnTo>
                  <a:pt x="554160" y="2006599"/>
                </a:lnTo>
                <a:lnTo>
                  <a:pt x="645450" y="1955799"/>
                </a:lnTo>
                <a:lnTo>
                  <a:pt x="690842" y="1943099"/>
                </a:lnTo>
                <a:lnTo>
                  <a:pt x="781116" y="1892299"/>
                </a:lnTo>
                <a:lnTo>
                  <a:pt x="825997" y="1879599"/>
                </a:lnTo>
                <a:lnTo>
                  <a:pt x="1003801" y="1777999"/>
                </a:lnTo>
                <a:lnTo>
                  <a:pt x="1047818" y="1765299"/>
                </a:lnTo>
                <a:lnTo>
                  <a:pt x="1393616" y="1562099"/>
                </a:lnTo>
                <a:lnTo>
                  <a:pt x="1520341" y="1485899"/>
                </a:lnTo>
                <a:lnTo>
                  <a:pt x="1562221" y="1447799"/>
                </a:lnTo>
                <a:lnTo>
                  <a:pt x="1727908" y="1346199"/>
                </a:lnTo>
                <a:lnTo>
                  <a:pt x="1768869" y="1308099"/>
                </a:lnTo>
                <a:lnTo>
                  <a:pt x="1890637" y="1231899"/>
                </a:lnTo>
                <a:lnTo>
                  <a:pt x="1930852" y="1193799"/>
                </a:lnTo>
                <a:lnTo>
                  <a:pt x="2010718" y="1142999"/>
                </a:lnTo>
                <a:lnTo>
                  <a:pt x="2050367" y="1104899"/>
                </a:lnTo>
                <a:lnTo>
                  <a:pt x="2089826" y="1079499"/>
                </a:lnTo>
                <a:lnTo>
                  <a:pt x="2129095" y="1041399"/>
                </a:lnTo>
                <a:lnTo>
                  <a:pt x="2168172" y="1015999"/>
                </a:lnTo>
                <a:lnTo>
                  <a:pt x="2207058" y="977899"/>
                </a:lnTo>
                <a:lnTo>
                  <a:pt x="2245750" y="952499"/>
                </a:lnTo>
                <a:lnTo>
                  <a:pt x="2284250" y="914399"/>
                </a:lnTo>
                <a:lnTo>
                  <a:pt x="2322556" y="888999"/>
                </a:lnTo>
                <a:lnTo>
                  <a:pt x="2360667" y="850899"/>
                </a:lnTo>
                <a:lnTo>
                  <a:pt x="2398583" y="825499"/>
                </a:lnTo>
                <a:lnTo>
                  <a:pt x="2473828" y="749299"/>
                </a:lnTo>
                <a:lnTo>
                  <a:pt x="2511155" y="723899"/>
                </a:lnTo>
                <a:lnTo>
                  <a:pt x="2585216" y="647699"/>
                </a:lnTo>
                <a:lnTo>
                  <a:pt x="2621948" y="622299"/>
                </a:lnTo>
                <a:lnTo>
                  <a:pt x="2730945" y="507999"/>
                </a:lnTo>
                <a:lnTo>
                  <a:pt x="2766875" y="469899"/>
                </a:lnTo>
                <a:lnTo>
                  <a:pt x="2802569" y="444499"/>
                </a:lnTo>
                <a:lnTo>
                  <a:pt x="2873142" y="368299"/>
                </a:lnTo>
                <a:lnTo>
                  <a:pt x="2942627" y="292099"/>
                </a:lnTo>
                <a:lnTo>
                  <a:pt x="3011020" y="215899"/>
                </a:lnTo>
                <a:lnTo>
                  <a:pt x="3078318" y="139699"/>
                </a:lnTo>
                <a:lnTo>
                  <a:pt x="3111555" y="114299"/>
                </a:lnTo>
                <a:lnTo>
                  <a:pt x="3177204" y="38099"/>
                </a:lnTo>
                <a:lnTo>
                  <a:pt x="3202606" y="0"/>
                </a:lnTo>
                <a:close/>
              </a:path>
              <a:path w="3471545" h="2552700">
                <a:moveTo>
                  <a:pt x="2922999" y="0"/>
                </a:moveTo>
                <a:lnTo>
                  <a:pt x="2931936" y="0"/>
                </a:lnTo>
                <a:lnTo>
                  <a:pt x="2912399" y="25399"/>
                </a:lnTo>
                <a:lnTo>
                  <a:pt x="2842370" y="101599"/>
                </a:lnTo>
                <a:lnTo>
                  <a:pt x="2806947" y="126999"/>
                </a:lnTo>
                <a:lnTo>
                  <a:pt x="2771253" y="165099"/>
                </a:lnTo>
                <a:lnTo>
                  <a:pt x="2662842" y="279399"/>
                </a:lnTo>
                <a:lnTo>
                  <a:pt x="2626296" y="304799"/>
                </a:lnTo>
                <a:lnTo>
                  <a:pt x="2552595" y="380999"/>
                </a:lnTo>
                <a:lnTo>
                  <a:pt x="2515442" y="406399"/>
                </a:lnTo>
                <a:lnTo>
                  <a:pt x="2440536" y="482599"/>
                </a:lnTo>
                <a:lnTo>
                  <a:pt x="2402783" y="507999"/>
                </a:lnTo>
                <a:lnTo>
                  <a:pt x="2364832" y="546099"/>
                </a:lnTo>
                <a:lnTo>
                  <a:pt x="2326684" y="571499"/>
                </a:lnTo>
                <a:lnTo>
                  <a:pt x="2249797" y="647699"/>
                </a:lnTo>
                <a:lnTo>
                  <a:pt x="2211061" y="673099"/>
                </a:lnTo>
                <a:lnTo>
                  <a:pt x="2172130" y="711199"/>
                </a:lnTo>
                <a:lnTo>
                  <a:pt x="2093687" y="761999"/>
                </a:lnTo>
                <a:lnTo>
                  <a:pt x="2054178" y="800099"/>
                </a:lnTo>
                <a:lnTo>
                  <a:pt x="2014477" y="825499"/>
                </a:lnTo>
                <a:lnTo>
                  <a:pt x="1974585" y="863599"/>
                </a:lnTo>
                <a:lnTo>
                  <a:pt x="1894233" y="914399"/>
                </a:lnTo>
                <a:lnTo>
                  <a:pt x="1853775" y="952499"/>
                </a:lnTo>
                <a:lnTo>
                  <a:pt x="1772296" y="1003299"/>
                </a:lnTo>
                <a:lnTo>
                  <a:pt x="1731278" y="1041399"/>
                </a:lnTo>
                <a:lnTo>
                  <a:pt x="1523424" y="1168399"/>
                </a:lnTo>
                <a:lnTo>
                  <a:pt x="1481307" y="1206499"/>
                </a:lnTo>
                <a:lnTo>
                  <a:pt x="1439009" y="1231899"/>
                </a:lnTo>
                <a:lnTo>
                  <a:pt x="1094225" y="1435099"/>
                </a:lnTo>
                <a:lnTo>
                  <a:pt x="1050339" y="1447799"/>
                </a:lnTo>
                <a:lnTo>
                  <a:pt x="873074" y="1549399"/>
                </a:lnTo>
                <a:lnTo>
                  <a:pt x="828333" y="1562099"/>
                </a:lnTo>
                <a:lnTo>
                  <a:pt x="693098" y="1638299"/>
                </a:lnTo>
                <a:lnTo>
                  <a:pt x="647687" y="1650999"/>
                </a:lnTo>
                <a:lnTo>
                  <a:pt x="556367" y="1701799"/>
                </a:lnTo>
                <a:lnTo>
                  <a:pt x="510460" y="1714499"/>
                </a:lnTo>
                <a:lnTo>
                  <a:pt x="464391" y="1739899"/>
                </a:lnTo>
                <a:lnTo>
                  <a:pt x="418159" y="1752599"/>
                </a:lnTo>
                <a:lnTo>
                  <a:pt x="370899" y="1777999"/>
                </a:lnTo>
                <a:lnTo>
                  <a:pt x="323547" y="1790699"/>
                </a:lnTo>
                <a:lnTo>
                  <a:pt x="276102" y="1816099"/>
                </a:lnTo>
                <a:lnTo>
                  <a:pt x="228566" y="1828799"/>
                </a:lnTo>
                <a:lnTo>
                  <a:pt x="180939" y="1854199"/>
                </a:lnTo>
                <a:lnTo>
                  <a:pt x="133222" y="1866899"/>
                </a:lnTo>
                <a:lnTo>
                  <a:pt x="85415" y="1892299"/>
                </a:lnTo>
                <a:lnTo>
                  <a:pt x="37521" y="1904999"/>
                </a:lnTo>
                <a:lnTo>
                  <a:pt x="0" y="1917699"/>
                </a:lnTo>
                <a:lnTo>
                  <a:pt x="36118" y="1904999"/>
                </a:lnTo>
                <a:lnTo>
                  <a:pt x="83927" y="1879599"/>
                </a:lnTo>
                <a:lnTo>
                  <a:pt x="131644" y="1866899"/>
                </a:lnTo>
                <a:lnTo>
                  <a:pt x="179268" y="1841499"/>
                </a:lnTo>
                <a:lnTo>
                  <a:pt x="226799" y="1828799"/>
                </a:lnTo>
                <a:lnTo>
                  <a:pt x="274235" y="1803399"/>
                </a:lnTo>
                <a:lnTo>
                  <a:pt x="321576" y="1790699"/>
                </a:lnTo>
                <a:lnTo>
                  <a:pt x="368822" y="1765299"/>
                </a:lnTo>
                <a:lnTo>
                  <a:pt x="415970" y="1752599"/>
                </a:lnTo>
                <a:lnTo>
                  <a:pt x="462200" y="1727199"/>
                </a:lnTo>
                <a:lnTo>
                  <a:pt x="508264" y="1714499"/>
                </a:lnTo>
                <a:lnTo>
                  <a:pt x="599889" y="1663699"/>
                </a:lnTo>
                <a:lnTo>
                  <a:pt x="645450" y="1650999"/>
                </a:lnTo>
                <a:lnTo>
                  <a:pt x="736064" y="1600199"/>
                </a:lnTo>
                <a:lnTo>
                  <a:pt x="781116" y="1587499"/>
                </a:lnTo>
                <a:lnTo>
                  <a:pt x="915245" y="1511299"/>
                </a:lnTo>
                <a:lnTo>
                  <a:pt x="959610" y="1498599"/>
                </a:lnTo>
                <a:lnTo>
                  <a:pt x="1308233" y="1295399"/>
                </a:lnTo>
                <a:lnTo>
                  <a:pt x="1603918" y="1117599"/>
                </a:lnTo>
                <a:lnTo>
                  <a:pt x="1645432" y="1079499"/>
                </a:lnTo>
                <a:lnTo>
                  <a:pt x="1809645" y="977899"/>
                </a:lnTo>
                <a:lnTo>
                  <a:pt x="1850234" y="939799"/>
                </a:lnTo>
                <a:lnTo>
                  <a:pt x="1930852" y="888999"/>
                </a:lnTo>
                <a:lnTo>
                  <a:pt x="1970880" y="850899"/>
                </a:lnTo>
                <a:lnTo>
                  <a:pt x="2050367" y="800099"/>
                </a:lnTo>
                <a:lnTo>
                  <a:pt x="2089826" y="761999"/>
                </a:lnTo>
                <a:lnTo>
                  <a:pt x="2129095" y="736599"/>
                </a:lnTo>
                <a:lnTo>
                  <a:pt x="2168172" y="698499"/>
                </a:lnTo>
                <a:lnTo>
                  <a:pt x="2207058" y="673099"/>
                </a:lnTo>
                <a:lnTo>
                  <a:pt x="2245750" y="634999"/>
                </a:lnTo>
                <a:lnTo>
                  <a:pt x="2284250" y="609599"/>
                </a:lnTo>
                <a:lnTo>
                  <a:pt x="2322556" y="571499"/>
                </a:lnTo>
                <a:lnTo>
                  <a:pt x="2360667" y="546099"/>
                </a:lnTo>
                <a:lnTo>
                  <a:pt x="2436304" y="469899"/>
                </a:lnTo>
                <a:lnTo>
                  <a:pt x="2473828" y="444499"/>
                </a:lnTo>
                <a:lnTo>
                  <a:pt x="2548285" y="368299"/>
                </a:lnTo>
                <a:lnTo>
                  <a:pt x="2585216" y="342899"/>
                </a:lnTo>
                <a:lnTo>
                  <a:pt x="2694813" y="228599"/>
                </a:lnTo>
                <a:lnTo>
                  <a:pt x="2730945" y="203199"/>
                </a:lnTo>
                <a:lnTo>
                  <a:pt x="2839025" y="88899"/>
                </a:lnTo>
                <a:lnTo>
                  <a:pt x="2910066" y="12699"/>
                </a:lnTo>
                <a:lnTo>
                  <a:pt x="2922999" y="0"/>
                </a:lnTo>
                <a:close/>
              </a:path>
              <a:path w="3471545" h="2552700">
                <a:moveTo>
                  <a:pt x="2629246" y="0"/>
                </a:moveTo>
                <a:lnTo>
                  <a:pt x="2640476" y="0"/>
                </a:lnTo>
                <a:lnTo>
                  <a:pt x="2626296" y="12699"/>
                </a:lnTo>
                <a:lnTo>
                  <a:pt x="2552595" y="88899"/>
                </a:lnTo>
                <a:lnTo>
                  <a:pt x="2515442" y="114299"/>
                </a:lnTo>
                <a:lnTo>
                  <a:pt x="2440536" y="190499"/>
                </a:lnTo>
                <a:lnTo>
                  <a:pt x="2402783" y="215899"/>
                </a:lnTo>
                <a:lnTo>
                  <a:pt x="2364832" y="253999"/>
                </a:lnTo>
                <a:lnTo>
                  <a:pt x="2326684" y="279399"/>
                </a:lnTo>
                <a:lnTo>
                  <a:pt x="2288338" y="317499"/>
                </a:lnTo>
                <a:lnTo>
                  <a:pt x="2249797" y="342899"/>
                </a:lnTo>
                <a:lnTo>
                  <a:pt x="2211061" y="380999"/>
                </a:lnTo>
                <a:lnTo>
                  <a:pt x="2172130" y="406399"/>
                </a:lnTo>
                <a:lnTo>
                  <a:pt x="2133005" y="444499"/>
                </a:lnTo>
                <a:lnTo>
                  <a:pt x="2093687" y="469899"/>
                </a:lnTo>
                <a:lnTo>
                  <a:pt x="2054178" y="507999"/>
                </a:lnTo>
                <a:lnTo>
                  <a:pt x="2014477" y="533399"/>
                </a:lnTo>
                <a:lnTo>
                  <a:pt x="1974585" y="571499"/>
                </a:lnTo>
                <a:lnTo>
                  <a:pt x="1894234" y="622299"/>
                </a:lnTo>
                <a:lnTo>
                  <a:pt x="1853775" y="660399"/>
                </a:lnTo>
                <a:lnTo>
                  <a:pt x="1731278" y="736599"/>
                </a:lnTo>
                <a:lnTo>
                  <a:pt x="1690074" y="774699"/>
                </a:lnTo>
                <a:lnTo>
                  <a:pt x="1396532" y="952499"/>
                </a:lnTo>
                <a:lnTo>
                  <a:pt x="1353875" y="990599"/>
                </a:lnTo>
                <a:lnTo>
                  <a:pt x="1224841" y="1066799"/>
                </a:lnTo>
                <a:lnTo>
                  <a:pt x="1181477" y="1079499"/>
                </a:lnTo>
                <a:lnTo>
                  <a:pt x="917647" y="1231899"/>
                </a:lnTo>
                <a:lnTo>
                  <a:pt x="873075" y="1244599"/>
                </a:lnTo>
                <a:lnTo>
                  <a:pt x="738344" y="1320799"/>
                </a:lnTo>
                <a:lnTo>
                  <a:pt x="693099" y="1333499"/>
                </a:lnTo>
                <a:lnTo>
                  <a:pt x="602109" y="1384299"/>
                </a:lnTo>
                <a:lnTo>
                  <a:pt x="556367" y="1396999"/>
                </a:lnTo>
                <a:lnTo>
                  <a:pt x="464391" y="1447799"/>
                </a:lnTo>
                <a:lnTo>
                  <a:pt x="418159" y="1460499"/>
                </a:lnTo>
                <a:lnTo>
                  <a:pt x="370899" y="1485899"/>
                </a:lnTo>
                <a:lnTo>
                  <a:pt x="323547" y="1498599"/>
                </a:lnTo>
                <a:lnTo>
                  <a:pt x="276102" y="1523999"/>
                </a:lnTo>
                <a:lnTo>
                  <a:pt x="228566" y="1536699"/>
                </a:lnTo>
                <a:lnTo>
                  <a:pt x="180939" y="1562099"/>
                </a:lnTo>
                <a:lnTo>
                  <a:pt x="133222" y="1574799"/>
                </a:lnTo>
                <a:lnTo>
                  <a:pt x="85415" y="1600199"/>
                </a:lnTo>
                <a:lnTo>
                  <a:pt x="37521" y="1612899"/>
                </a:lnTo>
                <a:lnTo>
                  <a:pt x="0" y="1625599"/>
                </a:lnTo>
                <a:lnTo>
                  <a:pt x="0" y="1612899"/>
                </a:lnTo>
                <a:lnTo>
                  <a:pt x="36118" y="1600199"/>
                </a:lnTo>
                <a:lnTo>
                  <a:pt x="131644" y="1574799"/>
                </a:lnTo>
                <a:lnTo>
                  <a:pt x="179268" y="1549399"/>
                </a:lnTo>
                <a:lnTo>
                  <a:pt x="226799" y="1536699"/>
                </a:lnTo>
                <a:lnTo>
                  <a:pt x="274235" y="1511299"/>
                </a:lnTo>
                <a:lnTo>
                  <a:pt x="321576" y="1498599"/>
                </a:lnTo>
                <a:lnTo>
                  <a:pt x="368822" y="1473199"/>
                </a:lnTo>
                <a:lnTo>
                  <a:pt x="415970" y="1460499"/>
                </a:lnTo>
                <a:lnTo>
                  <a:pt x="508264" y="1409699"/>
                </a:lnTo>
                <a:lnTo>
                  <a:pt x="554160" y="1396999"/>
                </a:lnTo>
                <a:lnTo>
                  <a:pt x="599889" y="1371599"/>
                </a:lnTo>
                <a:lnTo>
                  <a:pt x="645450" y="1358899"/>
                </a:lnTo>
                <a:lnTo>
                  <a:pt x="781116" y="1282699"/>
                </a:lnTo>
                <a:lnTo>
                  <a:pt x="825997" y="1269999"/>
                </a:lnTo>
                <a:lnTo>
                  <a:pt x="959610" y="1193799"/>
                </a:lnTo>
                <a:lnTo>
                  <a:pt x="1003801" y="1181099"/>
                </a:lnTo>
                <a:lnTo>
                  <a:pt x="1351014" y="977899"/>
                </a:lnTo>
                <a:lnTo>
                  <a:pt x="1562221" y="850899"/>
                </a:lnTo>
                <a:lnTo>
                  <a:pt x="1603918" y="812799"/>
                </a:lnTo>
                <a:lnTo>
                  <a:pt x="1768869" y="711199"/>
                </a:lnTo>
                <a:lnTo>
                  <a:pt x="1809645" y="673099"/>
                </a:lnTo>
                <a:lnTo>
                  <a:pt x="1890637" y="622299"/>
                </a:lnTo>
                <a:lnTo>
                  <a:pt x="1930852" y="584199"/>
                </a:lnTo>
                <a:lnTo>
                  <a:pt x="2010718" y="533399"/>
                </a:lnTo>
                <a:lnTo>
                  <a:pt x="2050367" y="495299"/>
                </a:lnTo>
                <a:lnTo>
                  <a:pt x="2089826" y="469899"/>
                </a:lnTo>
                <a:lnTo>
                  <a:pt x="2129095" y="431799"/>
                </a:lnTo>
                <a:lnTo>
                  <a:pt x="2168172" y="406399"/>
                </a:lnTo>
                <a:lnTo>
                  <a:pt x="2207058" y="368299"/>
                </a:lnTo>
                <a:lnTo>
                  <a:pt x="2245750" y="342899"/>
                </a:lnTo>
                <a:lnTo>
                  <a:pt x="2284250" y="304799"/>
                </a:lnTo>
                <a:lnTo>
                  <a:pt x="2322556" y="279399"/>
                </a:lnTo>
                <a:lnTo>
                  <a:pt x="2360667" y="241299"/>
                </a:lnTo>
                <a:lnTo>
                  <a:pt x="2398583" y="215899"/>
                </a:lnTo>
                <a:lnTo>
                  <a:pt x="2473828" y="139699"/>
                </a:lnTo>
                <a:lnTo>
                  <a:pt x="2511155" y="114299"/>
                </a:lnTo>
                <a:lnTo>
                  <a:pt x="2585216" y="38099"/>
                </a:lnTo>
                <a:lnTo>
                  <a:pt x="2621948" y="12699"/>
                </a:lnTo>
                <a:lnTo>
                  <a:pt x="2629246" y="0"/>
                </a:lnTo>
                <a:close/>
              </a:path>
              <a:path w="3471545" h="2552700">
                <a:moveTo>
                  <a:pt x="2255308" y="0"/>
                </a:moveTo>
                <a:lnTo>
                  <a:pt x="2264616" y="0"/>
                </a:lnTo>
                <a:lnTo>
                  <a:pt x="2249797" y="12699"/>
                </a:lnTo>
                <a:lnTo>
                  <a:pt x="2211061" y="50799"/>
                </a:lnTo>
                <a:lnTo>
                  <a:pt x="2172130" y="76199"/>
                </a:lnTo>
                <a:lnTo>
                  <a:pt x="2133005" y="114299"/>
                </a:lnTo>
                <a:lnTo>
                  <a:pt x="2054178" y="165099"/>
                </a:lnTo>
                <a:lnTo>
                  <a:pt x="2014477" y="203199"/>
                </a:lnTo>
                <a:lnTo>
                  <a:pt x="1974585" y="228599"/>
                </a:lnTo>
                <a:lnTo>
                  <a:pt x="1934504" y="266699"/>
                </a:lnTo>
                <a:lnTo>
                  <a:pt x="1813129" y="342899"/>
                </a:lnTo>
                <a:lnTo>
                  <a:pt x="1772296" y="380999"/>
                </a:lnTo>
                <a:lnTo>
                  <a:pt x="1648686" y="457199"/>
                </a:lnTo>
                <a:lnTo>
                  <a:pt x="1607115" y="495299"/>
                </a:lnTo>
                <a:lnTo>
                  <a:pt x="1311041" y="673099"/>
                </a:lnTo>
                <a:lnTo>
                  <a:pt x="962049" y="876299"/>
                </a:lnTo>
                <a:lnTo>
                  <a:pt x="917647" y="888999"/>
                </a:lnTo>
                <a:lnTo>
                  <a:pt x="783422" y="965199"/>
                </a:lnTo>
                <a:lnTo>
                  <a:pt x="738344" y="977899"/>
                </a:lnTo>
                <a:lnTo>
                  <a:pt x="647687" y="1028699"/>
                </a:lnTo>
                <a:lnTo>
                  <a:pt x="602109" y="1041399"/>
                </a:lnTo>
                <a:lnTo>
                  <a:pt x="510460" y="1092199"/>
                </a:lnTo>
                <a:lnTo>
                  <a:pt x="464391" y="1104899"/>
                </a:lnTo>
                <a:lnTo>
                  <a:pt x="418159" y="1130299"/>
                </a:lnTo>
                <a:lnTo>
                  <a:pt x="371009" y="1142999"/>
                </a:lnTo>
                <a:lnTo>
                  <a:pt x="323758" y="1168399"/>
                </a:lnTo>
                <a:lnTo>
                  <a:pt x="276407" y="1181099"/>
                </a:lnTo>
                <a:lnTo>
                  <a:pt x="228958" y="1206499"/>
                </a:lnTo>
                <a:lnTo>
                  <a:pt x="181411" y="1219199"/>
                </a:lnTo>
                <a:lnTo>
                  <a:pt x="133768" y="1244599"/>
                </a:lnTo>
                <a:lnTo>
                  <a:pt x="86028" y="1257299"/>
                </a:lnTo>
                <a:lnTo>
                  <a:pt x="38194" y="1282699"/>
                </a:lnTo>
                <a:lnTo>
                  <a:pt x="0" y="1295399"/>
                </a:lnTo>
                <a:lnTo>
                  <a:pt x="0" y="1282699"/>
                </a:lnTo>
                <a:lnTo>
                  <a:pt x="36118" y="1269999"/>
                </a:lnTo>
                <a:lnTo>
                  <a:pt x="83927" y="1257299"/>
                </a:lnTo>
                <a:lnTo>
                  <a:pt x="131644" y="1231899"/>
                </a:lnTo>
                <a:lnTo>
                  <a:pt x="226799" y="1206499"/>
                </a:lnTo>
                <a:lnTo>
                  <a:pt x="274235" y="1181099"/>
                </a:lnTo>
                <a:lnTo>
                  <a:pt x="321576" y="1168399"/>
                </a:lnTo>
                <a:lnTo>
                  <a:pt x="415970" y="1117599"/>
                </a:lnTo>
                <a:lnTo>
                  <a:pt x="462200" y="1104899"/>
                </a:lnTo>
                <a:lnTo>
                  <a:pt x="508264" y="1079499"/>
                </a:lnTo>
                <a:lnTo>
                  <a:pt x="554160" y="1066799"/>
                </a:lnTo>
                <a:lnTo>
                  <a:pt x="645450" y="1015999"/>
                </a:lnTo>
                <a:lnTo>
                  <a:pt x="690842" y="1003299"/>
                </a:lnTo>
                <a:lnTo>
                  <a:pt x="781116" y="952499"/>
                </a:lnTo>
                <a:lnTo>
                  <a:pt x="825997" y="939799"/>
                </a:lnTo>
                <a:lnTo>
                  <a:pt x="1047818" y="812799"/>
                </a:lnTo>
                <a:lnTo>
                  <a:pt x="1091661" y="800099"/>
                </a:lnTo>
                <a:lnTo>
                  <a:pt x="1436038" y="596899"/>
                </a:lnTo>
                <a:lnTo>
                  <a:pt x="1520341" y="546099"/>
                </a:lnTo>
                <a:lnTo>
                  <a:pt x="1562221" y="507999"/>
                </a:lnTo>
                <a:lnTo>
                  <a:pt x="1727908" y="406399"/>
                </a:lnTo>
                <a:lnTo>
                  <a:pt x="1768869" y="368299"/>
                </a:lnTo>
                <a:lnTo>
                  <a:pt x="1890637" y="292099"/>
                </a:lnTo>
                <a:lnTo>
                  <a:pt x="1930852" y="253999"/>
                </a:lnTo>
                <a:lnTo>
                  <a:pt x="1970880" y="228599"/>
                </a:lnTo>
                <a:lnTo>
                  <a:pt x="2010718" y="190499"/>
                </a:lnTo>
                <a:lnTo>
                  <a:pt x="2089826" y="139699"/>
                </a:lnTo>
                <a:lnTo>
                  <a:pt x="2129095" y="101599"/>
                </a:lnTo>
                <a:lnTo>
                  <a:pt x="2168172" y="76199"/>
                </a:lnTo>
                <a:lnTo>
                  <a:pt x="2207058" y="38099"/>
                </a:lnTo>
                <a:lnTo>
                  <a:pt x="2245750" y="12699"/>
                </a:lnTo>
                <a:lnTo>
                  <a:pt x="2255308" y="0"/>
                </a:lnTo>
                <a:close/>
              </a:path>
              <a:path w="3471545" h="2552700">
                <a:moveTo>
                  <a:pt x="1808837" y="0"/>
                </a:moveTo>
                <a:lnTo>
                  <a:pt x="1821514" y="0"/>
                </a:lnTo>
                <a:lnTo>
                  <a:pt x="1813129" y="12699"/>
                </a:lnTo>
                <a:lnTo>
                  <a:pt x="1690074" y="88899"/>
                </a:lnTo>
                <a:lnTo>
                  <a:pt x="1648686" y="126999"/>
                </a:lnTo>
                <a:lnTo>
                  <a:pt x="1607115" y="152399"/>
                </a:lnTo>
                <a:lnTo>
                  <a:pt x="1311041" y="330199"/>
                </a:lnTo>
                <a:lnTo>
                  <a:pt x="962049" y="533399"/>
                </a:lnTo>
                <a:lnTo>
                  <a:pt x="917647" y="546099"/>
                </a:lnTo>
                <a:lnTo>
                  <a:pt x="738344" y="647699"/>
                </a:lnTo>
                <a:lnTo>
                  <a:pt x="693099" y="660399"/>
                </a:lnTo>
                <a:lnTo>
                  <a:pt x="602109" y="711199"/>
                </a:lnTo>
                <a:lnTo>
                  <a:pt x="556367" y="723899"/>
                </a:lnTo>
                <a:lnTo>
                  <a:pt x="510460" y="749299"/>
                </a:lnTo>
                <a:lnTo>
                  <a:pt x="464391" y="761999"/>
                </a:lnTo>
                <a:lnTo>
                  <a:pt x="418159" y="787399"/>
                </a:lnTo>
                <a:lnTo>
                  <a:pt x="370899" y="800099"/>
                </a:lnTo>
                <a:lnTo>
                  <a:pt x="276102" y="850899"/>
                </a:lnTo>
                <a:lnTo>
                  <a:pt x="180939" y="876299"/>
                </a:lnTo>
                <a:lnTo>
                  <a:pt x="133222" y="901699"/>
                </a:lnTo>
                <a:lnTo>
                  <a:pt x="85415" y="914399"/>
                </a:lnTo>
                <a:lnTo>
                  <a:pt x="37521" y="939799"/>
                </a:lnTo>
                <a:lnTo>
                  <a:pt x="0" y="952499"/>
                </a:lnTo>
                <a:lnTo>
                  <a:pt x="0" y="939799"/>
                </a:lnTo>
                <a:lnTo>
                  <a:pt x="36118" y="927099"/>
                </a:lnTo>
                <a:lnTo>
                  <a:pt x="83927" y="914399"/>
                </a:lnTo>
                <a:lnTo>
                  <a:pt x="131644" y="888999"/>
                </a:lnTo>
                <a:lnTo>
                  <a:pt x="179268" y="876299"/>
                </a:lnTo>
                <a:lnTo>
                  <a:pt x="226799" y="850899"/>
                </a:lnTo>
                <a:lnTo>
                  <a:pt x="274235" y="838199"/>
                </a:lnTo>
                <a:lnTo>
                  <a:pt x="321576" y="812799"/>
                </a:lnTo>
                <a:lnTo>
                  <a:pt x="368822" y="800099"/>
                </a:lnTo>
                <a:lnTo>
                  <a:pt x="415970" y="774699"/>
                </a:lnTo>
                <a:lnTo>
                  <a:pt x="462200" y="761999"/>
                </a:lnTo>
                <a:lnTo>
                  <a:pt x="508264" y="736599"/>
                </a:lnTo>
                <a:lnTo>
                  <a:pt x="554160" y="723899"/>
                </a:lnTo>
                <a:lnTo>
                  <a:pt x="645450" y="673099"/>
                </a:lnTo>
                <a:lnTo>
                  <a:pt x="690842" y="660399"/>
                </a:lnTo>
                <a:lnTo>
                  <a:pt x="781116" y="609599"/>
                </a:lnTo>
                <a:lnTo>
                  <a:pt x="825997" y="596899"/>
                </a:lnTo>
                <a:lnTo>
                  <a:pt x="1047818" y="469899"/>
                </a:lnTo>
                <a:lnTo>
                  <a:pt x="1091661" y="457199"/>
                </a:lnTo>
                <a:lnTo>
                  <a:pt x="1436038" y="253999"/>
                </a:lnTo>
                <a:lnTo>
                  <a:pt x="1520341" y="203199"/>
                </a:lnTo>
                <a:lnTo>
                  <a:pt x="1562221" y="165099"/>
                </a:lnTo>
                <a:lnTo>
                  <a:pt x="1727908" y="63499"/>
                </a:lnTo>
                <a:lnTo>
                  <a:pt x="1768869" y="25399"/>
                </a:lnTo>
                <a:lnTo>
                  <a:pt x="1808837" y="0"/>
                </a:lnTo>
                <a:close/>
              </a:path>
              <a:path w="3471545" h="2552700">
                <a:moveTo>
                  <a:pt x="1259965" y="0"/>
                </a:moveTo>
                <a:lnTo>
                  <a:pt x="1268029" y="0"/>
                </a:lnTo>
                <a:lnTo>
                  <a:pt x="962049" y="177799"/>
                </a:lnTo>
                <a:lnTo>
                  <a:pt x="917647" y="190499"/>
                </a:lnTo>
                <a:lnTo>
                  <a:pt x="783422" y="266699"/>
                </a:lnTo>
                <a:lnTo>
                  <a:pt x="738344" y="279399"/>
                </a:lnTo>
                <a:lnTo>
                  <a:pt x="647687" y="330199"/>
                </a:lnTo>
                <a:lnTo>
                  <a:pt x="602109" y="342899"/>
                </a:lnTo>
                <a:lnTo>
                  <a:pt x="510460" y="393699"/>
                </a:lnTo>
                <a:lnTo>
                  <a:pt x="464391" y="406399"/>
                </a:lnTo>
                <a:lnTo>
                  <a:pt x="418159" y="431799"/>
                </a:lnTo>
                <a:lnTo>
                  <a:pt x="370899" y="444499"/>
                </a:lnTo>
                <a:lnTo>
                  <a:pt x="323547" y="469899"/>
                </a:lnTo>
                <a:lnTo>
                  <a:pt x="276102" y="482599"/>
                </a:lnTo>
                <a:lnTo>
                  <a:pt x="228566" y="507999"/>
                </a:lnTo>
                <a:lnTo>
                  <a:pt x="180939" y="520699"/>
                </a:lnTo>
                <a:lnTo>
                  <a:pt x="133222" y="546099"/>
                </a:lnTo>
                <a:lnTo>
                  <a:pt x="85415" y="558799"/>
                </a:lnTo>
                <a:lnTo>
                  <a:pt x="37521" y="584199"/>
                </a:lnTo>
                <a:lnTo>
                  <a:pt x="0" y="596899"/>
                </a:lnTo>
                <a:lnTo>
                  <a:pt x="0" y="584199"/>
                </a:lnTo>
                <a:lnTo>
                  <a:pt x="36118" y="571499"/>
                </a:lnTo>
                <a:lnTo>
                  <a:pt x="83927" y="558799"/>
                </a:lnTo>
                <a:lnTo>
                  <a:pt x="131644" y="533399"/>
                </a:lnTo>
                <a:lnTo>
                  <a:pt x="226799" y="507999"/>
                </a:lnTo>
                <a:lnTo>
                  <a:pt x="274235" y="482599"/>
                </a:lnTo>
                <a:lnTo>
                  <a:pt x="321576" y="469899"/>
                </a:lnTo>
                <a:lnTo>
                  <a:pt x="368822" y="444499"/>
                </a:lnTo>
                <a:lnTo>
                  <a:pt x="415970" y="431799"/>
                </a:lnTo>
                <a:lnTo>
                  <a:pt x="508264" y="380999"/>
                </a:lnTo>
                <a:lnTo>
                  <a:pt x="554160" y="368299"/>
                </a:lnTo>
                <a:lnTo>
                  <a:pt x="645450" y="317499"/>
                </a:lnTo>
                <a:lnTo>
                  <a:pt x="690842" y="304799"/>
                </a:lnTo>
                <a:lnTo>
                  <a:pt x="781116" y="253999"/>
                </a:lnTo>
                <a:lnTo>
                  <a:pt x="825997" y="241299"/>
                </a:lnTo>
                <a:lnTo>
                  <a:pt x="1003801" y="139699"/>
                </a:lnTo>
                <a:lnTo>
                  <a:pt x="1047818" y="126999"/>
                </a:lnTo>
                <a:lnTo>
                  <a:pt x="1222135" y="25399"/>
                </a:lnTo>
                <a:lnTo>
                  <a:pt x="1259965" y="0"/>
                </a:lnTo>
                <a:close/>
              </a:path>
              <a:path w="3471545" h="2552700">
                <a:moveTo>
                  <a:pt x="617083" y="0"/>
                </a:moveTo>
                <a:lnTo>
                  <a:pt x="628800" y="0"/>
                </a:lnTo>
                <a:lnTo>
                  <a:pt x="602109" y="12699"/>
                </a:lnTo>
                <a:lnTo>
                  <a:pt x="556367" y="38099"/>
                </a:lnTo>
                <a:lnTo>
                  <a:pt x="510460" y="50799"/>
                </a:lnTo>
                <a:lnTo>
                  <a:pt x="418159" y="101599"/>
                </a:lnTo>
                <a:lnTo>
                  <a:pt x="370899" y="114299"/>
                </a:lnTo>
                <a:lnTo>
                  <a:pt x="323547" y="139699"/>
                </a:lnTo>
                <a:lnTo>
                  <a:pt x="276102" y="152399"/>
                </a:lnTo>
                <a:lnTo>
                  <a:pt x="228566" y="177799"/>
                </a:lnTo>
                <a:lnTo>
                  <a:pt x="133222" y="203199"/>
                </a:lnTo>
                <a:lnTo>
                  <a:pt x="85415" y="228599"/>
                </a:lnTo>
                <a:lnTo>
                  <a:pt x="37521" y="241299"/>
                </a:lnTo>
                <a:lnTo>
                  <a:pt x="0" y="253999"/>
                </a:lnTo>
                <a:lnTo>
                  <a:pt x="36118" y="241299"/>
                </a:lnTo>
                <a:lnTo>
                  <a:pt x="83927" y="215899"/>
                </a:lnTo>
                <a:lnTo>
                  <a:pt x="179268" y="190499"/>
                </a:lnTo>
                <a:lnTo>
                  <a:pt x="226799" y="165099"/>
                </a:lnTo>
                <a:lnTo>
                  <a:pt x="274235" y="152399"/>
                </a:lnTo>
                <a:lnTo>
                  <a:pt x="321576" y="126999"/>
                </a:lnTo>
                <a:lnTo>
                  <a:pt x="368822" y="114299"/>
                </a:lnTo>
                <a:lnTo>
                  <a:pt x="415970" y="88899"/>
                </a:lnTo>
                <a:lnTo>
                  <a:pt x="462200" y="76199"/>
                </a:lnTo>
                <a:lnTo>
                  <a:pt x="554160" y="25399"/>
                </a:lnTo>
                <a:lnTo>
                  <a:pt x="599889" y="12699"/>
                </a:lnTo>
                <a:lnTo>
                  <a:pt x="617083" y="0"/>
                </a:lnTo>
                <a:close/>
              </a:path>
            </a:pathLst>
          </a:custGeom>
          <a:solidFill>
            <a:srgbClr val="727070"/>
          </a:solidFill>
        </p:spPr>
        <p:txBody>
          <a:bodyPr wrap="square" lIns="0" tIns="0" rIns="0" bIns="0" rtlCol="0"/>
          <a:lstStyle/>
          <a:p>
            <a:endParaRPr/>
          </a:p>
        </p:txBody>
      </p:sp>
      <p:pic>
        <p:nvPicPr>
          <p:cNvPr id="5" name="object 5"/>
          <p:cNvPicPr/>
          <p:nvPr/>
        </p:nvPicPr>
        <p:blipFill>
          <a:blip r:embed="rId4" cstate="print"/>
          <a:stretch>
            <a:fillRect/>
          </a:stretch>
        </p:blipFill>
        <p:spPr>
          <a:xfrm>
            <a:off x="15918208" y="8020345"/>
            <a:ext cx="2376450" cy="2265999"/>
          </a:xfrm>
          <a:prstGeom prst="rect">
            <a:avLst/>
          </a:prstGeom>
        </p:spPr>
      </p:pic>
      <p:pic>
        <p:nvPicPr>
          <p:cNvPr id="6" name="object 6"/>
          <p:cNvPicPr/>
          <p:nvPr/>
        </p:nvPicPr>
        <p:blipFill>
          <a:blip r:embed="rId5" cstate="print"/>
          <a:stretch>
            <a:fillRect/>
          </a:stretch>
        </p:blipFill>
        <p:spPr>
          <a:xfrm>
            <a:off x="609600" y="2834606"/>
            <a:ext cx="6972299" cy="4562474"/>
          </a:xfrm>
          <a:prstGeom prst="rect">
            <a:avLst/>
          </a:prstGeom>
          <a:ln>
            <a:noFill/>
          </a:ln>
          <a:effectLst>
            <a:softEdge rad="112500"/>
          </a:effectLst>
        </p:spPr>
      </p:pic>
      <p:sp>
        <p:nvSpPr>
          <p:cNvPr id="9" name="object 9"/>
          <p:cNvSpPr txBox="1">
            <a:spLocks noGrp="1"/>
          </p:cNvSpPr>
          <p:nvPr>
            <p:ph type="title"/>
          </p:nvPr>
        </p:nvSpPr>
        <p:spPr>
          <a:xfrm>
            <a:off x="-3751002" y="467774"/>
            <a:ext cx="12895002" cy="1548184"/>
          </a:xfrm>
          <a:prstGeom prst="rect">
            <a:avLst/>
          </a:prstGeom>
        </p:spPr>
        <p:txBody>
          <a:bodyPr vert="horz" wrap="square" lIns="0" tIns="710251" rIns="0" bIns="0" rtlCol="0">
            <a:spAutoFit/>
          </a:bodyPr>
          <a:lstStyle/>
          <a:p>
            <a:pPr marL="5669915">
              <a:lnSpc>
                <a:spcPct val="100000"/>
              </a:lnSpc>
              <a:spcBef>
                <a:spcPts val="100"/>
              </a:spcBef>
            </a:pPr>
            <a:r>
              <a:rPr lang="en-US" b="1" u="sng" spc="114" dirty="0">
                <a:solidFill>
                  <a:schemeClr val="accent5"/>
                </a:solidFill>
              </a:rPr>
              <a:t>PURPOSE :</a:t>
            </a:r>
            <a:endParaRPr b="1" u="sng" spc="114" dirty="0">
              <a:solidFill>
                <a:schemeClr val="accent5"/>
              </a:solidFill>
            </a:endParaRPr>
          </a:p>
        </p:txBody>
      </p:sp>
      <p:sp>
        <p:nvSpPr>
          <p:cNvPr id="13" name="object 13"/>
          <p:cNvSpPr txBox="1">
            <a:spLocks noGrp="1"/>
          </p:cNvSpPr>
          <p:nvPr>
            <p:ph idx="1"/>
          </p:nvPr>
        </p:nvSpPr>
        <p:spPr>
          <a:xfrm>
            <a:off x="1730606" y="2556997"/>
            <a:ext cx="12895002" cy="6812955"/>
          </a:xfrm>
          <a:prstGeom prst="rect">
            <a:avLst/>
          </a:prstGeom>
        </p:spPr>
        <p:txBody>
          <a:bodyPr vert="horz" wrap="square" lIns="0" tIns="12700" rIns="0" bIns="0" rtlCol="0">
            <a:spAutoFit/>
          </a:bodyPr>
          <a:lstStyle/>
          <a:p>
            <a:pPr marL="5993765" marR="715010" algn="just">
              <a:lnSpc>
                <a:spcPct val="115500"/>
              </a:lnSpc>
              <a:spcBef>
                <a:spcPts val="100"/>
              </a:spcBef>
            </a:pPr>
            <a:r>
              <a:rPr spc="150" dirty="0"/>
              <a:t>This</a:t>
            </a:r>
            <a:r>
              <a:rPr spc="-170" dirty="0"/>
              <a:t> </a:t>
            </a:r>
            <a:r>
              <a:rPr spc="220" dirty="0"/>
              <a:t>project</a:t>
            </a:r>
            <a:r>
              <a:rPr spc="-170" dirty="0"/>
              <a:t> </a:t>
            </a:r>
            <a:r>
              <a:rPr spc="275" dirty="0"/>
              <a:t>aims</a:t>
            </a:r>
            <a:r>
              <a:rPr spc="-165" dirty="0"/>
              <a:t> </a:t>
            </a:r>
            <a:r>
              <a:rPr spc="254" dirty="0"/>
              <a:t>to</a:t>
            </a:r>
            <a:r>
              <a:rPr spc="-170" dirty="0"/>
              <a:t> </a:t>
            </a:r>
            <a:r>
              <a:rPr spc="250" dirty="0"/>
              <a:t>develop</a:t>
            </a:r>
            <a:r>
              <a:rPr spc="-170" dirty="0"/>
              <a:t> </a:t>
            </a:r>
            <a:r>
              <a:rPr spc="190" dirty="0"/>
              <a:t>a</a:t>
            </a:r>
            <a:r>
              <a:rPr spc="-165" dirty="0"/>
              <a:t> </a:t>
            </a:r>
            <a:r>
              <a:rPr spc="355" dirty="0"/>
              <a:t>method</a:t>
            </a:r>
            <a:r>
              <a:rPr spc="-170" dirty="0"/>
              <a:t> </a:t>
            </a:r>
            <a:r>
              <a:rPr spc="120" dirty="0"/>
              <a:t>for </a:t>
            </a:r>
            <a:r>
              <a:rPr spc="265" dirty="0"/>
              <a:t>detecting</a:t>
            </a:r>
            <a:r>
              <a:rPr spc="-165" dirty="0"/>
              <a:t> </a:t>
            </a:r>
            <a:r>
              <a:rPr spc="265" dirty="0"/>
              <a:t>the</a:t>
            </a:r>
            <a:r>
              <a:rPr spc="-165" dirty="0"/>
              <a:t> </a:t>
            </a:r>
            <a:r>
              <a:rPr spc="275" dirty="0"/>
              <a:t>news</a:t>
            </a:r>
            <a:r>
              <a:rPr spc="-165" dirty="0"/>
              <a:t> </a:t>
            </a:r>
            <a:r>
              <a:rPr spc="160" dirty="0"/>
              <a:t>stories</a:t>
            </a:r>
            <a:r>
              <a:rPr spc="-165" dirty="0"/>
              <a:t> </a:t>
            </a:r>
            <a:r>
              <a:rPr spc="235" dirty="0"/>
              <a:t>using</a:t>
            </a:r>
            <a:r>
              <a:rPr spc="-165" dirty="0"/>
              <a:t> </a:t>
            </a:r>
            <a:r>
              <a:rPr spc="305" dirty="0"/>
              <a:t>machine </a:t>
            </a:r>
            <a:r>
              <a:rPr spc="160" dirty="0"/>
              <a:t>learning.</a:t>
            </a:r>
          </a:p>
          <a:p>
            <a:pPr marL="5993765" marR="118110">
              <a:lnSpc>
                <a:spcPct val="115500"/>
              </a:lnSpc>
            </a:pPr>
            <a:r>
              <a:rPr spc="175" dirty="0"/>
              <a:t>The</a:t>
            </a:r>
            <a:r>
              <a:rPr spc="-175" dirty="0"/>
              <a:t> </a:t>
            </a:r>
            <a:r>
              <a:rPr spc="345" dirty="0"/>
              <a:t>main</a:t>
            </a:r>
            <a:r>
              <a:rPr spc="-170" dirty="0"/>
              <a:t> </a:t>
            </a:r>
            <a:r>
              <a:rPr spc="235" dirty="0"/>
              <a:t>goal</a:t>
            </a:r>
            <a:r>
              <a:rPr spc="-175" dirty="0"/>
              <a:t> </a:t>
            </a:r>
            <a:r>
              <a:rPr spc="170" dirty="0"/>
              <a:t>of</a:t>
            </a:r>
            <a:r>
              <a:rPr spc="-170" dirty="0"/>
              <a:t> </a:t>
            </a:r>
            <a:r>
              <a:rPr spc="215" dirty="0"/>
              <a:t>this</a:t>
            </a:r>
            <a:r>
              <a:rPr spc="-175" dirty="0"/>
              <a:t> </a:t>
            </a:r>
            <a:r>
              <a:rPr spc="220" dirty="0"/>
              <a:t>project</a:t>
            </a:r>
            <a:r>
              <a:rPr spc="-170" dirty="0"/>
              <a:t> </a:t>
            </a:r>
            <a:r>
              <a:rPr spc="125" dirty="0"/>
              <a:t>is</a:t>
            </a:r>
            <a:r>
              <a:rPr spc="-170" dirty="0"/>
              <a:t> </a:t>
            </a:r>
            <a:r>
              <a:rPr spc="254" dirty="0"/>
              <a:t>to</a:t>
            </a:r>
            <a:r>
              <a:rPr spc="-175" dirty="0"/>
              <a:t> </a:t>
            </a:r>
            <a:r>
              <a:rPr spc="204" dirty="0"/>
              <a:t>identify </a:t>
            </a:r>
            <a:r>
              <a:rPr spc="320" dirty="0"/>
              <a:t>and</a:t>
            </a:r>
            <a:r>
              <a:rPr spc="-170" dirty="0"/>
              <a:t> </a:t>
            </a:r>
            <a:r>
              <a:rPr spc="265" dirty="0"/>
              <a:t>predict</a:t>
            </a:r>
            <a:r>
              <a:rPr spc="-170" dirty="0"/>
              <a:t> </a:t>
            </a:r>
            <a:r>
              <a:rPr spc="275" dirty="0"/>
              <a:t>whether</a:t>
            </a:r>
            <a:r>
              <a:rPr spc="-170" dirty="0"/>
              <a:t> </a:t>
            </a:r>
            <a:r>
              <a:rPr spc="190" dirty="0"/>
              <a:t>a</a:t>
            </a:r>
            <a:r>
              <a:rPr spc="-165" dirty="0"/>
              <a:t> </a:t>
            </a:r>
            <a:r>
              <a:rPr spc="215" dirty="0"/>
              <a:t>given</a:t>
            </a:r>
            <a:r>
              <a:rPr spc="-170" dirty="0"/>
              <a:t> </a:t>
            </a:r>
            <a:r>
              <a:rPr spc="275" dirty="0"/>
              <a:t>news</a:t>
            </a:r>
            <a:r>
              <a:rPr spc="-170" dirty="0"/>
              <a:t> </a:t>
            </a:r>
            <a:r>
              <a:rPr spc="204" dirty="0"/>
              <a:t>article</a:t>
            </a:r>
            <a:r>
              <a:rPr spc="-165" dirty="0"/>
              <a:t> </a:t>
            </a:r>
            <a:r>
              <a:rPr spc="125" dirty="0"/>
              <a:t>is</a:t>
            </a:r>
            <a:r>
              <a:rPr spc="-170" dirty="0"/>
              <a:t> </a:t>
            </a:r>
            <a:r>
              <a:rPr spc="50" dirty="0"/>
              <a:t>a </a:t>
            </a:r>
            <a:r>
              <a:rPr spc="190" dirty="0"/>
              <a:t>fake</a:t>
            </a:r>
            <a:r>
              <a:rPr spc="-175" dirty="0"/>
              <a:t> </a:t>
            </a:r>
            <a:r>
              <a:rPr spc="275" dirty="0"/>
              <a:t>news</a:t>
            </a:r>
            <a:r>
              <a:rPr spc="-175" dirty="0"/>
              <a:t> </a:t>
            </a:r>
            <a:r>
              <a:rPr spc="185" dirty="0"/>
              <a:t>or</a:t>
            </a:r>
            <a:r>
              <a:rPr spc="-175" dirty="0"/>
              <a:t> </a:t>
            </a:r>
            <a:r>
              <a:rPr spc="120" dirty="0"/>
              <a:t>not.</a:t>
            </a:r>
          </a:p>
          <a:p>
            <a:pPr marL="5993765" marR="5080">
              <a:lnSpc>
                <a:spcPct val="115500"/>
              </a:lnSpc>
            </a:pPr>
            <a:r>
              <a:rPr spc="300" dirty="0"/>
              <a:t>We</a:t>
            </a:r>
            <a:r>
              <a:rPr spc="-170" dirty="0"/>
              <a:t> </a:t>
            </a:r>
            <a:r>
              <a:rPr spc="245" dirty="0"/>
              <a:t>gathered</a:t>
            </a:r>
            <a:r>
              <a:rPr spc="-170" dirty="0"/>
              <a:t> </a:t>
            </a:r>
            <a:r>
              <a:rPr spc="225" dirty="0"/>
              <a:t>our</a:t>
            </a:r>
            <a:r>
              <a:rPr spc="-170" dirty="0"/>
              <a:t> </a:t>
            </a:r>
            <a:r>
              <a:rPr spc="145" dirty="0"/>
              <a:t>data,</a:t>
            </a:r>
            <a:r>
              <a:rPr spc="-165" dirty="0"/>
              <a:t> </a:t>
            </a:r>
            <a:r>
              <a:rPr spc="229" dirty="0"/>
              <a:t>preprocessed</a:t>
            </a:r>
            <a:r>
              <a:rPr spc="-170" dirty="0"/>
              <a:t> </a:t>
            </a:r>
            <a:r>
              <a:rPr spc="265" dirty="0"/>
              <a:t>the</a:t>
            </a:r>
            <a:r>
              <a:rPr spc="-170" dirty="0"/>
              <a:t> </a:t>
            </a:r>
            <a:r>
              <a:rPr spc="85" dirty="0"/>
              <a:t>text, </a:t>
            </a:r>
            <a:r>
              <a:rPr spc="320" dirty="0"/>
              <a:t>and</a:t>
            </a:r>
            <a:r>
              <a:rPr spc="-170" dirty="0"/>
              <a:t> </a:t>
            </a:r>
            <a:r>
              <a:rPr spc="220" dirty="0"/>
              <a:t>translated</a:t>
            </a:r>
            <a:r>
              <a:rPr spc="-165" dirty="0"/>
              <a:t> </a:t>
            </a:r>
            <a:r>
              <a:rPr spc="225" dirty="0"/>
              <a:t>our</a:t>
            </a:r>
            <a:r>
              <a:rPr spc="-165" dirty="0"/>
              <a:t> </a:t>
            </a:r>
            <a:r>
              <a:rPr spc="190" dirty="0"/>
              <a:t>articles</a:t>
            </a:r>
            <a:r>
              <a:rPr spc="-165" dirty="0"/>
              <a:t> </a:t>
            </a:r>
            <a:r>
              <a:rPr spc="254" dirty="0"/>
              <a:t>into</a:t>
            </a:r>
            <a:r>
              <a:rPr spc="-165" dirty="0"/>
              <a:t> </a:t>
            </a:r>
            <a:r>
              <a:rPr spc="190" dirty="0"/>
              <a:t>supervised </a:t>
            </a:r>
            <a:r>
              <a:rPr spc="350" dirty="0"/>
              <a:t>model</a:t>
            </a:r>
            <a:r>
              <a:rPr spc="-170" dirty="0"/>
              <a:t> </a:t>
            </a:r>
            <a:r>
              <a:rPr spc="110" dirty="0"/>
              <a:t>features.</a:t>
            </a:r>
          </a:p>
          <a:p>
            <a:pPr>
              <a:lnSpc>
                <a:spcPct val="100000"/>
              </a:lnSpc>
              <a:spcBef>
                <a:spcPts val="1825"/>
              </a:spcBef>
            </a:pPr>
            <a:endParaRPr spc="110" dirty="0"/>
          </a:p>
          <a:p>
            <a:pPr marL="12700">
              <a:lnSpc>
                <a:spcPct val="100000"/>
              </a:lnSpc>
            </a:pPr>
            <a:r>
              <a:rPr sz="3400" b="1" u="sng" spc="200" dirty="0"/>
              <a:t>Delimitations:</a:t>
            </a:r>
            <a:r>
              <a:rPr sz="3400" b="1" u="sng" spc="-180" dirty="0"/>
              <a:t> </a:t>
            </a:r>
            <a:r>
              <a:rPr sz="3400" spc="245" dirty="0"/>
              <a:t>Our</a:t>
            </a:r>
            <a:r>
              <a:rPr sz="3400" spc="-180" dirty="0"/>
              <a:t> </a:t>
            </a:r>
            <a:r>
              <a:rPr sz="3400" spc="220" dirty="0"/>
              <a:t>project</a:t>
            </a:r>
            <a:r>
              <a:rPr sz="3400" spc="-180" dirty="0"/>
              <a:t> </a:t>
            </a:r>
            <a:r>
              <a:rPr sz="3400" spc="235" dirty="0"/>
              <a:t>does</a:t>
            </a:r>
            <a:r>
              <a:rPr sz="3400" spc="-180" dirty="0"/>
              <a:t> </a:t>
            </a:r>
            <a:r>
              <a:rPr sz="3400" spc="275" dirty="0"/>
              <a:t>not</a:t>
            </a:r>
            <a:r>
              <a:rPr sz="3400" spc="-180" dirty="0"/>
              <a:t> </a:t>
            </a:r>
            <a:r>
              <a:rPr sz="3400" spc="225" dirty="0"/>
              <a:t>guarantee</a:t>
            </a:r>
            <a:r>
              <a:rPr sz="3400" spc="-180" dirty="0"/>
              <a:t> </a:t>
            </a:r>
            <a:r>
              <a:rPr sz="3400" spc="90" dirty="0"/>
              <a:t>100%</a:t>
            </a:r>
            <a:r>
              <a:rPr sz="3400" spc="-180" dirty="0"/>
              <a:t> </a:t>
            </a:r>
            <a:r>
              <a:rPr lang="en-US" sz="3400" spc="-180" dirty="0"/>
              <a:t> </a:t>
            </a:r>
          </a:p>
          <a:p>
            <a:pPr marL="0" indent="0">
              <a:lnSpc>
                <a:spcPct val="100000"/>
              </a:lnSpc>
              <a:buNone/>
            </a:pPr>
            <a:r>
              <a:rPr lang="en-US" sz="3400" spc="-180" dirty="0"/>
              <a:t>                                 accuracy.</a:t>
            </a:r>
            <a:endParaRPr sz="3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30102" y="3174857"/>
            <a:ext cx="3474085" cy="2334260"/>
          </a:xfrm>
          <a:custGeom>
            <a:avLst/>
            <a:gdLst/>
            <a:ahLst/>
            <a:cxnLst/>
            <a:rect l="l" t="t" r="r" b="b"/>
            <a:pathLst>
              <a:path w="3474085" h="2334260">
                <a:moveTo>
                  <a:pt x="3436296" y="2333672"/>
                </a:moveTo>
                <a:lnTo>
                  <a:pt x="32587" y="2333672"/>
                </a:lnTo>
                <a:lnTo>
                  <a:pt x="953" y="2305892"/>
                </a:lnTo>
                <a:lnTo>
                  <a:pt x="0" y="2301102"/>
                </a:lnTo>
                <a:lnTo>
                  <a:pt x="0" y="32569"/>
                </a:lnTo>
                <a:lnTo>
                  <a:pt x="27795" y="952"/>
                </a:lnTo>
                <a:lnTo>
                  <a:pt x="32587" y="0"/>
                </a:lnTo>
                <a:lnTo>
                  <a:pt x="3441277" y="0"/>
                </a:lnTo>
                <a:lnTo>
                  <a:pt x="3472912" y="27779"/>
                </a:lnTo>
                <a:lnTo>
                  <a:pt x="3473865" y="32569"/>
                </a:lnTo>
                <a:lnTo>
                  <a:pt x="3473865" y="75096"/>
                </a:lnTo>
                <a:lnTo>
                  <a:pt x="75140" y="75096"/>
                </a:lnTo>
                <a:lnTo>
                  <a:pt x="75140" y="2258575"/>
                </a:lnTo>
                <a:lnTo>
                  <a:pt x="3473865" y="2258575"/>
                </a:lnTo>
                <a:lnTo>
                  <a:pt x="3473865" y="2301102"/>
                </a:lnTo>
                <a:lnTo>
                  <a:pt x="3446070" y="2332719"/>
                </a:lnTo>
                <a:lnTo>
                  <a:pt x="3441277" y="2333672"/>
                </a:lnTo>
                <a:lnTo>
                  <a:pt x="3436296" y="2333672"/>
                </a:lnTo>
                <a:close/>
              </a:path>
              <a:path w="3474085" h="2334260">
                <a:moveTo>
                  <a:pt x="3473865" y="2258575"/>
                </a:moveTo>
                <a:lnTo>
                  <a:pt x="3398726" y="2258575"/>
                </a:lnTo>
                <a:lnTo>
                  <a:pt x="3398726" y="75096"/>
                </a:lnTo>
                <a:lnTo>
                  <a:pt x="3473865" y="75096"/>
                </a:lnTo>
                <a:lnTo>
                  <a:pt x="3473865" y="2258575"/>
                </a:lnTo>
                <a:close/>
              </a:path>
            </a:pathLst>
          </a:custGeom>
          <a:solidFill>
            <a:srgbClr val="231F20"/>
          </a:solidFill>
        </p:spPr>
        <p:txBody>
          <a:bodyPr wrap="square" lIns="0" tIns="0" rIns="0" bIns="0" rtlCol="0"/>
          <a:lstStyle/>
          <a:p>
            <a:endParaRPr/>
          </a:p>
        </p:txBody>
      </p:sp>
      <p:sp>
        <p:nvSpPr>
          <p:cNvPr id="3" name="object 3"/>
          <p:cNvSpPr/>
          <p:nvPr/>
        </p:nvSpPr>
        <p:spPr>
          <a:xfrm>
            <a:off x="4765862" y="3766544"/>
            <a:ext cx="2093595" cy="1076325"/>
          </a:xfrm>
          <a:custGeom>
            <a:avLst/>
            <a:gdLst/>
            <a:ahLst/>
            <a:cxnLst/>
            <a:rect l="l" t="t" r="r" b="b"/>
            <a:pathLst>
              <a:path w="2093595" h="1076325">
                <a:moveTo>
                  <a:pt x="1372699" y="1076324"/>
                </a:moveTo>
                <a:lnTo>
                  <a:pt x="1372699" y="845991"/>
                </a:lnTo>
                <a:lnTo>
                  <a:pt x="0" y="845991"/>
                </a:lnTo>
                <a:lnTo>
                  <a:pt x="0" y="230333"/>
                </a:lnTo>
                <a:lnTo>
                  <a:pt x="1372699" y="230333"/>
                </a:lnTo>
                <a:lnTo>
                  <a:pt x="1372699" y="0"/>
                </a:lnTo>
                <a:lnTo>
                  <a:pt x="2093581" y="538162"/>
                </a:lnTo>
                <a:lnTo>
                  <a:pt x="1372699" y="1076324"/>
                </a:lnTo>
                <a:close/>
              </a:path>
            </a:pathLst>
          </a:custGeom>
          <a:solidFill>
            <a:srgbClr val="000000"/>
          </a:solidFill>
        </p:spPr>
        <p:txBody>
          <a:bodyPr wrap="square" lIns="0" tIns="0" rIns="0" bIns="0" rtlCol="0"/>
          <a:lstStyle/>
          <a:p>
            <a:endParaRPr/>
          </a:p>
        </p:txBody>
      </p:sp>
      <p:sp>
        <p:nvSpPr>
          <p:cNvPr id="7" name="object 7"/>
          <p:cNvSpPr txBox="1">
            <a:spLocks noGrp="1"/>
          </p:cNvSpPr>
          <p:nvPr>
            <p:ph type="title"/>
          </p:nvPr>
        </p:nvSpPr>
        <p:spPr>
          <a:xfrm>
            <a:off x="-381000" y="960259"/>
            <a:ext cx="12895002" cy="1178977"/>
          </a:xfrm>
          <a:prstGeom prst="rect">
            <a:avLst/>
          </a:prstGeom>
        </p:spPr>
        <p:txBody>
          <a:bodyPr vert="horz" wrap="square" lIns="0" tIns="344615" rIns="0" bIns="0" rtlCol="0">
            <a:spAutoFit/>
          </a:bodyPr>
          <a:lstStyle/>
          <a:p>
            <a:pPr marL="1623060">
              <a:lnSpc>
                <a:spcPct val="100000"/>
              </a:lnSpc>
              <a:spcBef>
                <a:spcPts val="100"/>
              </a:spcBef>
            </a:pPr>
            <a:r>
              <a:rPr lang="en-US" b="1" u="sng" spc="-10" dirty="0">
                <a:solidFill>
                  <a:schemeClr val="accent5"/>
                </a:solidFill>
              </a:rPr>
              <a:t>WORK FLOW OF PROJECT :</a:t>
            </a:r>
            <a:endParaRPr b="1" u="sng" spc="-10" dirty="0">
              <a:solidFill>
                <a:schemeClr val="accent5"/>
              </a:solidFill>
            </a:endParaRPr>
          </a:p>
        </p:txBody>
      </p:sp>
      <p:sp>
        <p:nvSpPr>
          <p:cNvPr id="8" name="object 8"/>
          <p:cNvSpPr txBox="1"/>
          <p:nvPr/>
        </p:nvSpPr>
        <p:spPr>
          <a:xfrm>
            <a:off x="1401695" y="3521041"/>
            <a:ext cx="2727960" cy="1473200"/>
          </a:xfrm>
          <a:prstGeom prst="rect">
            <a:avLst/>
          </a:prstGeom>
        </p:spPr>
        <p:txBody>
          <a:bodyPr vert="horz" wrap="square" lIns="0" tIns="12065" rIns="0" bIns="0" rtlCol="0">
            <a:spAutoFit/>
          </a:bodyPr>
          <a:lstStyle/>
          <a:p>
            <a:pPr marL="411480" marR="5080" indent="-399415">
              <a:lnSpc>
                <a:spcPct val="115900"/>
              </a:lnSpc>
              <a:spcBef>
                <a:spcPts val="95"/>
              </a:spcBef>
            </a:pPr>
            <a:r>
              <a:rPr sz="4100" b="1" spc="60" dirty="0">
                <a:latin typeface="Tahoma"/>
                <a:cs typeface="Tahoma"/>
              </a:rPr>
              <a:t>Collection </a:t>
            </a:r>
            <a:r>
              <a:rPr sz="4100" b="1" dirty="0">
                <a:latin typeface="Tahoma"/>
                <a:cs typeface="Tahoma"/>
              </a:rPr>
              <a:t>of</a:t>
            </a:r>
            <a:r>
              <a:rPr sz="4100" b="1" spc="-170" dirty="0">
                <a:latin typeface="Tahoma"/>
                <a:cs typeface="Tahoma"/>
              </a:rPr>
              <a:t> </a:t>
            </a:r>
            <a:r>
              <a:rPr sz="4100" b="1" spc="-20" dirty="0">
                <a:latin typeface="Tahoma"/>
                <a:cs typeface="Tahoma"/>
              </a:rPr>
              <a:t>Data</a:t>
            </a:r>
            <a:endParaRPr sz="4100">
              <a:latin typeface="Tahoma"/>
              <a:cs typeface="Tahoma"/>
            </a:endParaRPr>
          </a:p>
        </p:txBody>
      </p:sp>
      <p:sp>
        <p:nvSpPr>
          <p:cNvPr id="9" name="object 9"/>
          <p:cNvSpPr/>
          <p:nvPr/>
        </p:nvSpPr>
        <p:spPr>
          <a:xfrm>
            <a:off x="7127644" y="3156823"/>
            <a:ext cx="3474085" cy="2334260"/>
          </a:xfrm>
          <a:custGeom>
            <a:avLst/>
            <a:gdLst/>
            <a:ahLst/>
            <a:cxnLst/>
            <a:rect l="l" t="t" r="r" b="b"/>
            <a:pathLst>
              <a:path w="3474084" h="2334260">
                <a:moveTo>
                  <a:pt x="3436296" y="2333672"/>
                </a:moveTo>
                <a:lnTo>
                  <a:pt x="32587" y="2333672"/>
                </a:lnTo>
                <a:lnTo>
                  <a:pt x="953" y="2305892"/>
                </a:lnTo>
                <a:lnTo>
                  <a:pt x="0" y="2301102"/>
                </a:lnTo>
                <a:lnTo>
                  <a:pt x="0" y="32569"/>
                </a:lnTo>
                <a:lnTo>
                  <a:pt x="27795" y="952"/>
                </a:lnTo>
                <a:lnTo>
                  <a:pt x="32587" y="0"/>
                </a:lnTo>
                <a:lnTo>
                  <a:pt x="3441277" y="0"/>
                </a:lnTo>
                <a:lnTo>
                  <a:pt x="3472912" y="27779"/>
                </a:lnTo>
                <a:lnTo>
                  <a:pt x="3473865" y="32569"/>
                </a:lnTo>
                <a:lnTo>
                  <a:pt x="3473865" y="75096"/>
                </a:lnTo>
                <a:lnTo>
                  <a:pt x="75140" y="75096"/>
                </a:lnTo>
                <a:lnTo>
                  <a:pt x="75140" y="2258575"/>
                </a:lnTo>
                <a:lnTo>
                  <a:pt x="3473865" y="2258575"/>
                </a:lnTo>
                <a:lnTo>
                  <a:pt x="3473865" y="2301102"/>
                </a:lnTo>
                <a:lnTo>
                  <a:pt x="3446070" y="2332719"/>
                </a:lnTo>
                <a:lnTo>
                  <a:pt x="3441277" y="2333672"/>
                </a:lnTo>
                <a:lnTo>
                  <a:pt x="3436296" y="2333672"/>
                </a:lnTo>
                <a:close/>
              </a:path>
              <a:path w="3474084" h="2334260">
                <a:moveTo>
                  <a:pt x="3473865" y="2258575"/>
                </a:moveTo>
                <a:lnTo>
                  <a:pt x="3398726" y="2258575"/>
                </a:lnTo>
                <a:lnTo>
                  <a:pt x="3398726" y="75096"/>
                </a:lnTo>
                <a:lnTo>
                  <a:pt x="3473865" y="75096"/>
                </a:lnTo>
                <a:lnTo>
                  <a:pt x="3473865" y="2258575"/>
                </a:lnTo>
                <a:close/>
              </a:path>
            </a:pathLst>
          </a:custGeom>
          <a:solidFill>
            <a:srgbClr val="231F20"/>
          </a:solidFill>
        </p:spPr>
        <p:txBody>
          <a:bodyPr wrap="square" lIns="0" tIns="0" rIns="0" bIns="0" rtlCol="0"/>
          <a:lstStyle/>
          <a:p>
            <a:endParaRPr/>
          </a:p>
        </p:txBody>
      </p:sp>
      <p:sp>
        <p:nvSpPr>
          <p:cNvPr id="10" name="object 10"/>
          <p:cNvSpPr txBox="1"/>
          <p:nvPr/>
        </p:nvSpPr>
        <p:spPr>
          <a:xfrm>
            <a:off x="7198374" y="3690718"/>
            <a:ext cx="3329940" cy="1225550"/>
          </a:xfrm>
          <a:prstGeom prst="rect">
            <a:avLst/>
          </a:prstGeom>
        </p:spPr>
        <p:txBody>
          <a:bodyPr vert="horz" wrap="square" lIns="0" tIns="12700" rIns="0" bIns="0" rtlCol="0">
            <a:spAutoFit/>
          </a:bodyPr>
          <a:lstStyle/>
          <a:p>
            <a:pPr marL="892810" marR="5080" indent="-880744">
              <a:lnSpc>
                <a:spcPct val="115799"/>
              </a:lnSpc>
              <a:spcBef>
                <a:spcPts val="100"/>
              </a:spcBef>
            </a:pPr>
            <a:r>
              <a:rPr sz="3400" b="1" spc="-50" dirty="0">
                <a:latin typeface="Tahoma"/>
                <a:cs typeface="Tahoma"/>
              </a:rPr>
              <a:t>Pre-</a:t>
            </a:r>
            <a:r>
              <a:rPr sz="3400" b="1" spc="-10" dirty="0">
                <a:latin typeface="Tahoma"/>
                <a:cs typeface="Tahoma"/>
              </a:rPr>
              <a:t>processing </a:t>
            </a:r>
            <a:r>
              <a:rPr sz="3400" b="1" dirty="0">
                <a:latin typeface="Tahoma"/>
                <a:cs typeface="Tahoma"/>
              </a:rPr>
              <a:t>of</a:t>
            </a:r>
            <a:r>
              <a:rPr sz="3400" b="1" spc="-155" dirty="0">
                <a:latin typeface="Tahoma"/>
                <a:cs typeface="Tahoma"/>
              </a:rPr>
              <a:t> </a:t>
            </a:r>
            <a:r>
              <a:rPr sz="3400" b="1" spc="35" dirty="0">
                <a:latin typeface="Tahoma"/>
                <a:cs typeface="Tahoma"/>
              </a:rPr>
              <a:t>data</a:t>
            </a:r>
            <a:endParaRPr sz="3400">
              <a:latin typeface="Tahoma"/>
              <a:cs typeface="Tahoma"/>
            </a:endParaRPr>
          </a:p>
        </p:txBody>
      </p:sp>
      <p:sp>
        <p:nvSpPr>
          <p:cNvPr id="11" name="object 11"/>
          <p:cNvSpPr txBox="1"/>
          <p:nvPr/>
        </p:nvSpPr>
        <p:spPr>
          <a:xfrm>
            <a:off x="13738738" y="3504537"/>
            <a:ext cx="2453640" cy="1549400"/>
          </a:xfrm>
          <a:prstGeom prst="rect">
            <a:avLst/>
          </a:prstGeom>
        </p:spPr>
        <p:txBody>
          <a:bodyPr vert="horz" wrap="square" lIns="0" tIns="12065" rIns="0" bIns="0" rtlCol="0">
            <a:spAutoFit/>
          </a:bodyPr>
          <a:lstStyle/>
          <a:p>
            <a:pPr marL="12700" marR="5080" indent="192405">
              <a:lnSpc>
                <a:spcPct val="116300"/>
              </a:lnSpc>
              <a:spcBef>
                <a:spcPts val="95"/>
              </a:spcBef>
            </a:pPr>
            <a:r>
              <a:rPr sz="4300" b="1" spc="50" dirty="0">
                <a:latin typeface="Tahoma"/>
                <a:cs typeface="Tahoma"/>
              </a:rPr>
              <a:t>Extract </a:t>
            </a:r>
            <a:r>
              <a:rPr sz="4300" b="1" spc="-10" dirty="0">
                <a:latin typeface="Tahoma"/>
                <a:cs typeface="Tahoma"/>
              </a:rPr>
              <a:t>Features</a:t>
            </a:r>
            <a:endParaRPr sz="4300">
              <a:latin typeface="Tahoma"/>
              <a:cs typeface="Tahoma"/>
            </a:endParaRPr>
          </a:p>
        </p:txBody>
      </p:sp>
      <p:sp>
        <p:nvSpPr>
          <p:cNvPr id="12" name="object 12"/>
          <p:cNvSpPr/>
          <p:nvPr/>
        </p:nvSpPr>
        <p:spPr>
          <a:xfrm>
            <a:off x="10867929" y="3784069"/>
            <a:ext cx="2093595" cy="1076325"/>
          </a:xfrm>
          <a:custGeom>
            <a:avLst/>
            <a:gdLst/>
            <a:ahLst/>
            <a:cxnLst/>
            <a:rect l="l" t="t" r="r" b="b"/>
            <a:pathLst>
              <a:path w="2093595" h="1076325">
                <a:moveTo>
                  <a:pt x="1372699" y="1076324"/>
                </a:moveTo>
                <a:lnTo>
                  <a:pt x="1372699" y="845991"/>
                </a:lnTo>
                <a:lnTo>
                  <a:pt x="0" y="845991"/>
                </a:lnTo>
                <a:lnTo>
                  <a:pt x="0" y="230333"/>
                </a:lnTo>
                <a:lnTo>
                  <a:pt x="1372699" y="230333"/>
                </a:lnTo>
                <a:lnTo>
                  <a:pt x="1372699" y="0"/>
                </a:lnTo>
                <a:lnTo>
                  <a:pt x="2093581" y="538162"/>
                </a:lnTo>
                <a:lnTo>
                  <a:pt x="1372699" y="1076324"/>
                </a:lnTo>
                <a:close/>
              </a:path>
            </a:pathLst>
          </a:custGeom>
          <a:solidFill>
            <a:srgbClr val="000000"/>
          </a:solidFill>
        </p:spPr>
        <p:txBody>
          <a:bodyPr wrap="square" lIns="0" tIns="0" rIns="0" bIns="0" rtlCol="0"/>
          <a:lstStyle/>
          <a:p>
            <a:endParaRPr/>
          </a:p>
        </p:txBody>
      </p:sp>
      <p:sp>
        <p:nvSpPr>
          <p:cNvPr id="13" name="object 13"/>
          <p:cNvSpPr/>
          <p:nvPr/>
        </p:nvSpPr>
        <p:spPr>
          <a:xfrm>
            <a:off x="13229710" y="3174349"/>
            <a:ext cx="3474085" cy="2334260"/>
          </a:xfrm>
          <a:custGeom>
            <a:avLst/>
            <a:gdLst/>
            <a:ahLst/>
            <a:cxnLst/>
            <a:rect l="l" t="t" r="r" b="b"/>
            <a:pathLst>
              <a:path w="3474084" h="2334260">
                <a:moveTo>
                  <a:pt x="3436296" y="2333672"/>
                </a:moveTo>
                <a:lnTo>
                  <a:pt x="32587" y="2333672"/>
                </a:lnTo>
                <a:lnTo>
                  <a:pt x="953" y="2305892"/>
                </a:lnTo>
                <a:lnTo>
                  <a:pt x="0" y="2301102"/>
                </a:lnTo>
                <a:lnTo>
                  <a:pt x="0" y="32569"/>
                </a:lnTo>
                <a:lnTo>
                  <a:pt x="27795" y="952"/>
                </a:lnTo>
                <a:lnTo>
                  <a:pt x="32587" y="0"/>
                </a:lnTo>
                <a:lnTo>
                  <a:pt x="3441277" y="0"/>
                </a:lnTo>
                <a:lnTo>
                  <a:pt x="3472912" y="27779"/>
                </a:lnTo>
                <a:lnTo>
                  <a:pt x="3473865" y="32569"/>
                </a:lnTo>
                <a:lnTo>
                  <a:pt x="3473865" y="75096"/>
                </a:lnTo>
                <a:lnTo>
                  <a:pt x="75140" y="75096"/>
                </a:lnTo>
                <a:lnTo>
                  <a:pt x="75140" y="2258575"/>
                </a:lnTo>
                <a:lnTo>
                  <a:pt x="3473865" y="2258575"/>
                </a:lnTo>
                <a:lnTo>
                  <a:pt x="3473865" y="2301102"/>
                </a:lnTo>
                <a:lnTo>
                  <a:pt x="3446070" y="2332719"/>
                </a:lnTo>
                <a:lnTo>
                  <a:pt x="3441277" y="2333672"/>
                </a:lnTo>
                <a:lnTo>
                  <a:pt x="3436296" y="2333672"/>
                </a:lnTo>
                <a:close/>
              </a:path>
              <a:path w="3474084" h="2334260">
                <a:moveTo>
                  <a:pt x="3473865" y="2258575"/>
                </a:moveTo>
                <a:lnTo>
                  <a:pt x="3398726" y="2258575"/>
                </a:lnTo>
                <a:lnTo>
                  <a:pt x="3398726" y="75096"/>
                </a:lnTo>
                <a:lnTo>
                  <a:pt x="3473865" y="75096"/>
                </a:lnTo>
                <a:lnTo>
                  <a:pt x="3473865" y="2258575"/>
                </a:lnTo>
                <a:close/>
              </a:path>
            </a:pathLst>
          </a:custGeom>
          <a:solidFill>
            <a:srgbClr val="231F20"/>
          </a:solidFill>
        </p:spPr>
        <p:txBody>
          <a:bodyPr wrap="square" lIns="0" tIns="0" rIns="0" bIns="0" rtlCol="0"/>
          <a:lstStyle/>
          <a:p>
            <a:endParaRPr/>
          </a:p>
        </p:txBody>
      </p:sp>
      <p:sp>
        <p:nvSpPr>
          <p:cNvPr id="14" name="object 14"/>
          <p:cNvSpPr/>
          <p:nvPr/>
        </p:nvSpPr>
        <p:spPr>
          <a:xfrm>
            <a:off x="14591321" y="5734947"/>
            <a:ext cx="752475" cy="1465580"/>
          </a:xfrm>
          <a:custGeom>
            <a:avLst/>
            <a:gdLst/>
            <a:ahLst/>
            <a:cxnLst/>
            <a:rect l="l" t="t" r="r" b="b"/>
            <a:pathLst>
              <a:path w="752475" h="1465579">
                <a:moveTo>
                  <a:pt x="0" y="960871"/>
                </a:moveTo>
                <a:lnTo>
                  <a:pt x="161029" y="960871"/>
                </a:lnTo>
                <a:lnTo>
                  <a:pt x="161029" y="0"/>
                </a:lnTo>
                <a:lnTo>
                  <a:pt x="591445" y="0"/>
                </a:lnTo>
                <a:lnTo>
                  <a:pt x="591445" y="960871"/>
                </a:lnTo>
                <a:lnTo>
                  <a:pt x="752474" y="960871"/>
                </a:lnTo>
                <a:lnTo>
                  <a:pt x="376237" y="1465480"/>
                </a:lnTo>
                <a:lnTo>
                  <a:pt x="0" y="960871"/>
                </a:lnTo>
                <a:close/>
              </a:path>
            </a:pathLst>
          </a:custGeom>
          <a:solidFill>
            <a:srgbClr val="000000"/>
          </a:solidFill>
        </p:spPr>
        <p:txBody>
          <a:bodyPr wrap="square" lIns="0" tIns="0" rIns="0" bIns="0" rtlCol="0"/>
          <a:lstStyle/>
          <a:p>
            <a:endParaRPr/>
          </a:p>
        </p:txBody>
      </p:sp>
      <p:sp>
        <p:nvSpPr>
          <p:cNvPr id="15" name="object 15"/>
          <p:cNvSpPr/>
          <p:nvPr/>
        </p:nvSpPr>
        <p:spPr>
          <a:xfrm>
            <a:off x="13306299" y="7433105"/>
            <a:ext cx="3474085" cy="2334260"/>
          </a:xfrm>
          <a:custGeom>
            <a:avLst/>
            <a:gdLst/>
            <a:ahLst/>
            <a:cxnLst/>
            <a:rect l="l" t="t" r="r" b="b"/>
            <a:pathLst>
              <a:path w="3474084" h="2334259">
                <a:moveTo>
                  <a:pt x="3436296" y="2333672"/>
                </a:moveTo>
                <a:lnTo>
                  <a:pt x="32587" y="2333672"/>
                </a:lnTo>
                <a:lnTo>
                  <a:pt x="953" y="2305892"/>
                </a:lnTo>
                <a:lnTo>
                  <a:pt x="0" y="2301102"/>
                </a:lnTo>
                <a:lnTo>
                  <a:pt x="0" y="32569"/>
                </a:lnTo>
                <a:lnTo>
                  <a:pt x="27795" y="952"/>
                </a:lnTo>
                <a:lnTo>
                  <a:pt x="32587" y="0"/>
                </a:lnTo>
                <a:lnTo>
                  <a:pt x="3441277" y="0"/>
                </a:lnTo>
                <a:lnTo>
                  <a:pt x="3472912" y="27779"/>
                </a:lnTo>
                <a:lnTo>
                  <a:pt x="3473865" y="32569"/>
                </a:lnTo>
                <a:lnTo>
                  <a:pt x="3473865" y="75096"/>
                </a:lnTo>
                <a:lnTo>
                  <a:pt x="75140" y="75096"/>
                </a:lnTo>
                <a:lnTo>
                  <a:pt x="75140" y="2258575"/>
                </a:lnTo>
                <a:lnTo>
                  <a:pt x="3473865" y="2258575"/>
                </a:lnTo>
                <a:lnTo>
                  <a:pt x="3473865" y="2301102"/>
                </a:lnTo>
                <a:lnTo>
                  <a:pt x="3446070" y="2332719"/>
                </a:lnTo>
                <a:lnTo>
                  <a:pt x="3441277" y="2333672"/>
                </a:lnTo>
                <a:lnTo>
                  <a:pt x="3436296" y="2333672"/>
                </a:lnTo>
                <a:close/>
              </a:path>
              <a:path w="3474084" h="2334259">
                <a:moveTo>
                  <a:pt x="3473865" y="2258575"/>
                </a:moveTo>
                <a:lnTo>
                  <a:pt x="3398726" y="2258575"/>
                </a:lnTo>
                <a:lnTo>
                  <a:pt x="3398726" y="75096"/>
                </a:lnTo>
                <a:lnTo>
                  <a:pt x="3473865" y="75096"/>
                </a:lnTo>
                <a:lnTo>
                  <a:pt x="3473865" y="2258575"/>
                </a:lnTo>
                <a:close/>
              </a:path>
            </a:pathLst>
          </a:custGeom>
          <a:solidFill>
            <a:srgbClr val="231F20"/>
          </a:solidFill>
        </p:spPr>
        <p:txBody>
          <a:bodyPr wrap="square" lIns="0" tIns="0" rIns="0" bIns="0" rtlCol="0"/>
          <a:lstStyle/>
          <a:p>
            <a:endParaRPr/>
          </a:p>
        </p:txBody>
      </p:sp>
      <p:sp>
        <p:nvSpPr>
          <p:cNvPr id="16" name="object 16"/>
          <p:cNvSpPr/>
          <p:nvPr/>
        </p:nvSpPr>
        <p:spPr>
          <a:xfrm>
            <a:off x="10867035" y="8062732"/>
            <a:ext cx="2093595" cy="1076325"/>
          </a:xfrm>
          <a:custGeom>
            <a:avLst/>
            <a:gdLst/>
            <a:ahLst/>
            <a:cxnLst/>
            <a:rect l="l" t="t" r="r" b="b"/>
            <a:pathLst>
              <a:path w="2093595" h="1076325">
                <a:moveTo>
                  <a:pt x="720882" y="0"/>
                </a:moveTo>
                <a:lnTo>
                  <a:pt x="720882" y="230333"/>
                </a:lnTo>
                <a:lnTo>
                  <a:pt x="2093581" y="230333"/>
                </a:lnTo>
                <a:lnTo>
                  <a:pt x="2093581" y="845991"/>
                </a:lnTo>
                <a:lnTo>
                  <a:pt x="720882" y="845991"/>
                </a:lnTo>
                <a:lnTo>
                  <a:pt x="720882" y="1076324"/>
                </a:lnTo>
                <a:lnTo>
                  <a:pt x="0" y="538162"/>
                </a:lnTo>
                <a:lnTo>
                  <a:pt x="720882" y="0"/>
                </a:lnTo>
                <a:close/>
              </a:path>
            </a:pathLst>
          </a:custGeom>
          <a:solidFill>
            <a:srgbClr val="000000"/>
          </a:solidFill>
        </p:spPr>
        <p:txBody>
          <a:bodyPr wrap="square" lIns="0" tIns="0" rIns="0" bIns="0" rtlCol="0"/>
          <a:lstStyle/>
          <a:p>
            <a:endParaRPr/>
          </a:p>
        </p:txBody>
      </p:sp>
      <p:sp>
        <p:nvSpPr>
          <p:cNvPr id="17" name="object 17"/>
          <p:cNvSpPr/>
          <p:nvPr/>
        </p:nvSpPr>
        <p:spPr>
          <a:xfrm>
            <a:off x="4764970" y="8062732"/>
            <a:ext cx="2093595" cy="1076325"/>
          </a:xfrm>
          <a:custGeom>
            <a:avLst/>
            <a:gdLst/>
            <a:ahLst/>
            <a:cxnLst/>
            <a:rect l="l" t="t" r="r" b="b"/>
            <a:pathLst>
              <a:path w="2093595" h="1076325">
                <a:moveTo>
                  <a:pt x="720882" y="0"/>
                </a:moveTo>
                <a:lnTo>
                  <a:pt x="720882" y="230333"/>
                </a:lnTo>
                <a:lnTo>
                  <a:pt x="2093581" y="230333"/>
                </a:lnTo>
                <a:lnTo>
                  <a:pt x="2093581" y="845991"/>
                </a:lnTo>
                <a:lnTo>
                  <a:pt x="720882" y="845991"/>
                </a:lnTo>
                <a:lnTo>
                  <a:pt x="720882" y="1076324"/>
                </a:lnTo>
                <a:lnTo>
                  <a:pt x="0" y="538162"/>
                </a:lnTo>
                <a:lnTo>
                  <a:pt x="720882" y="0"/>
                </a:lnTo>
                <a:close/>
              </a:path>
            </a:pathLst>
          </a:custGeom>
          <a:solidFill>
            <a:srgbClr val="000000"/>
          </a:solidFill>
        </p:spPr>
        <p:txBody>
          <a:bodyPr wrap="square" lIns="0" tIns="0" rIns="0" bIns="0" rtlCol="0"/>
          <a:lstStyle/>
          <a:p>
            <a:endParaRPr/>
          </a:p>
        </p:txBody>
      </p:sp>
      <p:sp>
        <p:nvSpPr>
          <p:cNvPr id="18" name="object 18"/>
          <p:cNvSpPr/>
          <p:nvPr/>
        </p:nvSpPr>
        <p:spPr>
          <a:xfrm>
            <a:off x="7127644" y="7433105"/>
            <a:ext cx="3474085" cy="2334260"/>
          </a:xfrm>
          <a:custGeom>
            <a:avLst/>
            <a:gdLst/>
            <a:ahLst/>
            <a:cxnLst/>
            <a:rect l="l" t="t" r="r" b="b"/>
            <a:pathLst>
              <a:path w="3474084" h="2334259">
                <a:moveTo>
                  <a:pt x="3436296" y="2333672"/>
                </a:moveTo>
                <a:lnTo>
                  <a:pt x="32587" y="2333672"/>
                </a:lnTo>
                <a:lnTo>
                  <a:pt x="953" y="2305892"/>
                </a:lnTo>
                <a:lnTo>
                  <a:pt x="0" y="2301102"/>
                </a:lnTo>
                <a:lnTo>
                  <a:pt x="0" y="32569"/>
                </a:lnTo>
                <a:lnTo>
                  <a:pt x="27795" y="952"/>
                </a:lnTo>
                <a:lnTo>
                  <a:pt x="32587" y="0"/>
                </a:lnTo>
                <a:lnTo>
                  <a:pt x="3441277" y="0"/>
                </a:lnTo>
                <a:lnTo>
                  <a:pt x="3472912" y="27779"/>
                </a:lnTo>
                <a:lnTo>
                  <a:pt x="3473865" y="32569"/>
                </a:lnTo>
                <a:lnTo>
                  <a:pt x="3473865" y="75096"/>
                </a:lnTo>
                <a:lnTo>
                  <a:pt x="75140" y="75096"/>
                </a:lnTo>
                <a:lnTo>
                  <a:pt x="75140" y="2258575"/>
                </a:lnTo>
                <a:lnTo>
                  <a:pt x="3473865" y="2258575"/>
                </a:lnTo>
                <a:lnTo>
                  <a:pt x="3473865" y="2301102"/>
                </a:lnTo>
                <a:lnTo>
                  <a:pt x="3446070" y="2332719"/>
                </a:lnTo>
                <a:lnTo>
                  <a:pt x="3441277" y="2333672"/>
                </a:lnTo>
                <a:lnTo>
                  <a:pt x="3436296" y="2333672"/>
                </a:lnTo>
                <a:close/>
              </a:path>
              <a:path w="3474084" h="2334259">
                <a:moveTo>
                  <a:pt x="3473865" y="2258575"/>
                </a:moveTo>
                <a:lnTo>
                  <a:pt x="3398726" y="2258575"/>
                </a:lnTo>
                <a:lnTo>
                  <a:pt x="3398726" y="75096"/>
                </a:lnTo>
                <a:lnTo>
                  <a:pt x="3473865" y="75096"/>
                </a:lnTo>
                <a:lnTo>
                  <a:pt x="3473865" y="2258575"/>
                </a:lnTo>
                <a:close/>
              </a:path>
            </a:pathLst>
          </a:custGeom>
          <a:solidFill>
            <a:srgbClr val="231F20"/>
          </a:solidFill>
        </p:spPr>
        <p:txBody>
          <a:bodyPr wrap="square" lIns="0" tIns="0" rIns="0" bIns="0" rtlCol="0"/>
          <a:lstStyle/>
          <a:p>
            <a:endParaRPr/>
          </a:p>
        </p:txBody>
      </p:sp>
      <p:pic>
        <p:nvPicPr>
          <p:cNvPr id="19" name="object 19"/>
          <p:cNvPicPr/>
          <p:nvPr/>
        </p:nvPicPr>
        <p:blipFill>
          <a:blip r:embed="rId2" cstate="print"/>
          <a:stretch>
            <a:fillRect/>
          </a:stretch>
        </p:blipFill>
        <p:spPr>
          <a:xfrm>
            <a:off x="3" y="7433105"/>
            <a:ext cx="4423241" cy="2854654"/>
          </a:xfrm>
          <a:prstGeom prst="rect">
            <a:avLst/>
          </a:prstGeom>
        </p:spPr>
      </p:pic>
      <p:sp>
        <p:nvSpPr>
          <p:cNvPr id="20" name="object 20"/>
          <p:cNvSpPr txBox="1"/>
          <p:nvPr/>
        </p:nvSpPr>
        <p:spPr>
          <a:xfrm>
            <a:off x="13517511" y="7852078"/>
            <a:ext cx="3049270" cy="1370330"/>
          </a:xfrm>
          <a:prstGeom prst="rect">
            <a:avLst/>
          </a:prstGeom>
        </p:spPr>
        <p:txBody>
          <a:bodyPr vert="horz" wrap="square" lIns="0" tIns="12700" rIns="0" bIns="0" rtlCol="0">
            <a:spAutoFit/>
          </a:bodyPr>
          <a:lstStyle/>
          <a:p>
            <a:pPr marL="415925" marR="5080" indent="-403860">
              <a:lnSpc>
                <a:spcPct val="114599"/>
              </a:lnSpc>
              <a:spcBef>
                <a:spcPts val="100"/>
              </a:spcBef>
            </a:pPr>
            <a:r>
              <a:rPr sz="3850" b="1" dirty="0">
                <a:latin typeface="Tahoma"/>
                <a:cs typeface="Tahoma"/>
              </a:rPr>
              <a:t>Training</a:t>
            </a:r>
            <a:r>
              <a:rPr sz="3850" b="1" spc="-60" dirty="0">
                <a:latin typeface="Tahoma"/>
                <a:cs typeface="Tahoma"/>
              </a:rPr>
              <a:t> </a:t>
            </a:r>
            <a:r>
              <a:rPr sz="3850" b="1" spc="40" dirty="0">
                <a:latin typeface="Tahoma"/>
                <a:cs typeface="Tahoma"/>
              </a:rPr>
              <a:t>the </a:t>
            </a:r>
            <a:r>
              <a:rPr sz="3850" b="1" spc="-10" dirty="0">
                <a:latin typeface="Tahoma"/>
                <a:cs typeface="Tahoma"/>
              </a:rPr>
              <a:t>classifier</a:t>
            </a:r>
            <a:endParaRPr sz="3850">
              <a:latin typeface="Tahoma"/>
              <a:cs typeface="Tahoma"/>
            </a:endParaRPr>
          </a:p>
        </p:txBody>
      </p:sp>
      <p:sp>
        <p:nvSpPr>
          <p:cNvPr id="21" name="object 21"/>
          <p:cNvSpPr txBox="1"/>
          <p:nvPr/>
        </p:nvSpPr>
        <p:spPr>
          <a:xfrm>
            <a:off x="7338857" y="7955450"/>
            <a:ext cx="3049270" cy="1370330"/>
          </a:xfrm>
          <a:prstGeom prst="rect">
            <a:avLst/>
          </a:prstGeom>
        </p:spPr>
        <p:txBody>
          <a:bodyPr vert="horz" wrap="square" lIns="0" tIns="12700" rIns="0" bIns="0" rtlCol="0">
            <a:spAutoFit/>
          </a:bodyPr>
          <a:lstStyle/>
          <a:p>
            <a:pPr marL="723265" marR="5080" indent="-711200">
              <a:lnSpc>
                <a:spcPct val="114599"/>
              </a:lnSpc>
              <a:spcBef>
                <a:spcPts val="100"/>
              </a:spcBef>
            </a:pPr>
            <a:r>
              <a:rPr sz="3850" b="1" dirty="0">
                <a:latin typeface="Tahoma"/>
                <a:cs typeface="Tahoma"/>
              </a:rPr>
              <a:t>Training</a:t>
            </a:r>
            <a:r>
              <a:rPr sz="3850" b="1" spc="-60" dirty="0">
                <a:latin typeface="Tahoma"/>
                <a:cs typeface="Tahoma"/>
              </a:rPr>
              <a:t> </a:t>
            </a:r>
            <a:r>
              <a:rPr sz="3850" b="1" spc="40" dirty="0">
                <a:latin typeface="Tahoma"/>
                <a:cs typeface="Tahoma"/>
              </a:rPr>
              <a:t>the </a:t>
            </a:r>
            <a:r>
              <a:rPr sz="3850" b="1" spc="105" dirty="0">
                <a:latin typeface="Tahoma"/>
                <a:cs typeface="Tahoma"/>
              </a:rPr>
              <a:t>model</a:t>
            </a:r>
            <a:endParaRPr sz="3850">
              <a:latin typeface="Tahoma"/>
              <a:cs typeface="Tahoma"/>
            </a:endParaRPr>
          </a:p>
        </p:txBody>
      </p:sp>
      <p:sp>
        <p:nvSpPr>
          <p:cNvPr id="22" name="object 22"/>
          <p:cNvSpPr txBox="1"/>
          <p:nvPr/>
        </p:nvSpPr>
        <p:spPr>
          <a:xfrm>
            <a:off x="1103772" y="7829060"/>
            <a:ext cx="3125470" cy="1282700"/>
          </a:xfrm>
          <a:prstGeom prst="rect">
            <a:avLst/>
          </a:prstGeom>
        </p:spPr>
        <p:txBody>
          <a:bodyPr vert="horz" wrap="square" lIns="0" tIns="12065" rIns="0" bIns="0" rtlCol="0">
            <a:spAutoFit/>
          </a:bodyPr>
          <a:lstStyle/>
          <a:p>
            <a:pPr marL="12700" marR="5080" indent="613410">
              <a:lnSpc>
                <a:spcPct val="116199"/>
              </a:lnSpc>
              <a:spcBef>
                <a:spcPts val="95"/>
              </a:spcBef>
            </a:pPr>
            <a:r>
              <a:rPr sz="3550" b="1" spc="55" dirty="0">
                <a:latin typeface="Tahoma"/>
                <a:cs typeface="Tahoma"/>
              </a:rPr>
              <a:t>Content </a:t>
            </a:r>
            <a:r>
              <a:rPr sz="3550" b="1" spc="-10" dirty="0">
                <a:latin typeface="Tahoma"/>
                <a:cs typeface="Tahoma"/>
              </a:rPr>
              <a:t>Classification</a:t>
            </a:r>
            <a:endParaRPr sz="3550">
              <a:latin typeface="Tahoma"/>
              <a:cs typeface="Tahoma"/>
            </a:endParaRPr>
          </a:p>
        </p:txBody>
      </p:sp>
      <p:pic>
        <p:nvPicPr>
          <p:cNvPr id="23" name="object 23"/>
          <p:cNvPicPr/>
          <p:nvPr/>
        </p:nvPicPr>
        <p:blipFill>
          <a:blip r:embed="rId3" cstate="print"/>
          <a:stretch>
            <a:fillRect/>
          </a:stretch>
        </p:blipFill>
        <p:spPr>
          <a:xfrm>
            <a:off x="15740622" y="-10360"/>
            <a:ext cx="2554319" cy="199209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a:spLocks noGrp="1"/>
          </p:cNvSpPr>
          <p:nvPr>
            <p:ph type="title"/>
          </p:nvPr>
        </p:nvSpPr>
        <p:spPr>
          <a:xfrm>
            <a:off x="1447800" y="58311"/>
            <a:ext cx="14752548" cy="1940782"/>
          </a:xfrm>
          <a:prstGeom prst="rect">
            <a:avLst/>
          </a:prstGeom>
        </p:spPr>
        <p:txBody>
          <a:bodyPr vert="horz" wrap="square" lIns="0" tIns="1099052" rIns="0" bIns="0" rtlCol="0">
            <a:spAutoFit/>
          </a:bodyPr>
          <a:lstStyle/>
          <a:p>
            <a:pPr marL="12700">
              <a:lnSpc>
                <a:spcPct val="100000"/>
              </a:lnSpc>
              <a:spcBef>
                <a:spcPts val="140"/>
              </a:spcBef>
            </a:pPr>
            <a:r>
              <a:rPr sz="5400" b="1" u="sng" dirty="0">
                <a:solidFill>
                  <a:schemeClr val="accent5"/>
                </a:solidFill>
              </a:rPr>
              <a:t>Libraries</a:t>
            </a:r>
            <a:r>
              <a:rPr sz="5400" b="1" u="sng" spc="-125" dirty="0">
                <a:solidFill>
                  <a:schemeClr val="accent5"/>
                </a:solidFill>
              </a:rPr>
              <a:t> </a:t>
            </a:r>
            <a:r>
              <a:rPr sz="5400" b="1" u="sng" spc="160" dirty="0">
                <a:solidFill>
                  <a:schemeClr val="accent5"/>
                </a:solidFill>
              </a:rPr>
              <a:t>Used</a:t>
            </a:r>
            <a:r>
              <a:rPr lang="en-IN" sz="5400" b="1" u="sng" spc="160" dirty="0">
                <a:solidFill>
                  <a:schemeClr val="accent5"/>
                </a:solidFill>
              </a:rPr>
              <a:t> :</a:t>
            </a:r>
            <a:endParaRPr sz="5400" b="1" u="sng" dirty="0">
              <a:solidFill>
                <a:schemeClr val="accent5"/>
              </a:solidFill>
            </a:endParaRPr>
          </a:p>
        </p:txBody>
      </p:sp>
      <p:sp>
        <p:nvSpPr>
          <p:cNvPr id="15" name="object 15"/>
          <p:cNvSpPr/>
          <p:nvPr/>
        </p:nvSpPr>
        <p:spPr>
          <a:xfrm>
            <a:off x="0" y="2"/>
            <a:ext cx="1870710" cy="1028700"/>
          </a:xfrm>
          <a:custGeom>
            <a:avLst/>
            <a:gdLst/>
            <a:ahLst/>
            <a:cxnLst/>
            <a:rect l="l" t="t" r="r" b="b"/>
            <a:pathLst>
              <a:path w="1870710" h="1028700">
                <a:moveTo>
                  <a:pt x="1870275" y="1028700"/>
                </a:moveTo>
                <a:lnTo>
                  <a:pt x="0" y="1028700"/>
                </a:lnTo>
                <a:lnTo>
                  <a:pt x="0" y="0"/>
                </a:lnTo>
                <a:lnTo>
                  <a:pt x="1870275" y="0"/>
                </a:lnTo>
                <a:lnTo>
                  <a:pt x="1870275" y="1028700"/>
                </a:lnTo>
                <a:close/>
              </a:path>
            </a:pathLst>
          </a:custGeom>
          <a:solidFill>
            <a:srgbClr val="CCCCCC"/>
          </a:solidFill>
        </p:spPr>
        <p:txBody>
          <a:bodyPr wrap="square" lIns="0" tIns="0" rIns="0" bIns="0" rtlCol="0"/>
          <a:lstStyle/>
          <a:p>
            <a:endParaRPr/>
          </a:p>
        </p:txBody>
      </p:sp>
      <p:sp>
        <p:nvSpPr>
          <p:cNvPr id="16" name="Rectangle 15"/>
          <p:cNvSpPr/>
          <p:nvPr/>
        </p:nvSpPr>
        <p:spPr>
          <a:xfrm>
            <a:off x="1295400" y="2400300"/>
            <a:ext cx="12954000" cy="6740307"/>
          </a:xfrm>
          <a:prstGeom prst="rect">
            <a:avLst/>
          </a:prstGeom>
        </p:spPr>
        <p:txBody>
          <a:bodyPr wrap="square">
            <a:spAutoFit/>
          </a:bodyPr>
          <a:lstStyle/>
          <a:p>
            <a:r>
              <a:rPr lang="en-IN" sz="3600" dirty="0"/>
              <a:t>import pandas as </a:t>
            </a:r>
            <a:r>
              <a:rPr lang="en-IN" sz="3600" dirty="0" err="1"/>
              <a:t>pd</a:t>
            </a:r>
            <a:endParaRPr lang="en-IN" sz="3600" dirty="0"/>
          </a:p>
          <a:p>
            <a:r>
              <a:rPr lang="en-IN" sz="3600" dirty="0"/>
              <a:t>import </a:t>
            </a:r>
            <a:r>
              <a:rPr lang="en-IN" sz="3600" dirty="0" err="1"/>
              <a:t>numpy</a:t>
            </a:r>
            <a:r>
              <a:rPr lang="en-IN" sz="3600" dirty="0"/>
              <a:t> as </a:t>
            </a:r>
            <a:r>
              <a:rPr lang="en-IN" sz="3600" dirty="0" err="1"/>
              <a:t>np</a:t>
            </a:r>
            <a:endParaRPr lang="en-IN" sz="3600" dirty="0"/>
          </a:p>
          <a:p>
            <a:r>
              <a:rPr lang="en-IN" sz="3600" dirty="0"/>
              <a:t>from </a:t>
            </a:r>
            <a:r>
              <a:rPr lang="en-IN" sz="3600" dirty="0" err="1"/>
              <a:t>sklearn.feature_extraction.text</a:t>
            </a:r>
            <a:r>
              <a:rPr lang="en-IN" sz="3600" dirty="0"/>
              <a:t> import </a:t>
            </a:r>
            <a:r>
              <a:rPr lang="en-IN" sz="3600" dirty="0" err="1"/>
              <a:t>TfidfVectorizer</a:t>
            </a:r>
            <a:endParaRPr lang="en-IN" sz="3600" dirty="0"/>
          </a:p>
          <a:p>
            <a:r>
              <a:rPr lang="en-IN" sz="3600" dirty="0"/>
              <a:t>from </a:t>
            </a:r>
            <a:r>
              <a:rPr lang="en-IN" sz="3600" dirty="0" err="1"/>
              <a:t>sklearn.model_selection</a:t>
            </a:r>
            <a:r>
              <a:rPr lang="en-IN" sz="3600" dirty="0"/>
              <a:t> import </a:t>
            </a:r>
            <a:r>
              <a:rPr lang="en-IN" sz="3600" dirty="0" err="1"/>
              <a:t>train_test_split</a:t>
            </a:r>
            <a:endParaRPr lang="en-IN" sz="3600" dirty="0"/>
          </a:p>
          <a:p>
            <a:r>
              <a:rPr lang="en-IN" sz="3600" dirty="0"/>
              <a:t>from </a:t>
            </a:r>
            <a:r>
              <a:rPr lang="en-IN" sz="3600" dirty="0" err="1"/>
              <a:t>sklearn.ensemble</a:t>
            </a:r>
            <a:r>
              <a:rPr lang="en-IN" sz="3600" dirty="0"/>
              <a:t> import </a:t>
            </a:r>
            <a:r>
              <a:rPr lang="en-IN" sz="3600" dirty="0" err="1"/>
              <a:t>RandomForestClassifier</a:t>
            </a:r>
            <a:r>
              <a:rPr lang="en-IN" sz="3600" dirty="0"/>
              <a:t>, </a:t>
            </a:r>
          </a:p>
          <a:p>
            <a:r>
              <a:rPr lang="en-IN" sz="3600" dirty="0" err="1"/>
              <a:t>GradientBoostingClassifier</a:t>
            </a:r>
            <a:r>
              <a:rPr lang="en-IN" sz="3600" dirty="0"/>
              <a:t>, </a:t>
            </a:r>
          </a:p>
          <a:p>
            <a:r>
              <a:rPr lang="en-IN" sz="3600" dirty="0" err="1"/>
              <a:t>VotingClassifier</a:t>
            </a:r>
            <a:endParaRPr lang="en-IN" sz="3600" dirty="0"/>
          </a:p>
          <a:p>
            <a:r>
              <a:rPr lang="en-IN" sz="3600" dirty="0"/>
              <a:t>from </a:t>
            </a:r>
            <a:r>
              <a:rPr lang="en-IN" sz="3600" dirty="0" err="1"/>
              <a:t>sklearn.linear_model</a:t>
            </a:r>
            <a:r>
              <a:rPr lang="en-IN" sz="3600" dirty="0"/>
              <a:t> import </a:t>
            </a:r>
            <a:r>
              <a:rPr lang="en-IN" sz="3600" dirty="0" err="1"/>
              <a:t>LogisticRegression</a:t>
            </a:r>
            <a:endParaRPr lang="en-IN" sz="3600" dirty="0"/>
          </a:p>
          <a:p>
            <a:r>
              <a:rPr lang="en-IN" sz="3600" dirty="0"/>
              <a:t>from </a:t>
            </a:r>
            <a:r>
              <a:rPr lang="en-IN" sz="3600" dirty="0" err="1"/>
              <a:t>sklearn.metrics</a:t>
            </a:r>
            <a:r>
              <a:rPr lang="en-IN" sz="3600" dirty="0"/>
              <a:t> import </a:t>
            </a:r>
            <a:r>
              <a:rPr lang="en-IN" sz="3600" dirty="0" err="1"/>
              <a:t>accuracy_score</a:t>
            </a:r>
            <a:endParaRPr lang="en-IN" sz="3600" dirty="0"/>
          </a:p>
          <a:p>
            <a:r>
              <a:rPr lang="en-IN" sz="3600" dirty="0"/>
              <a:t>from </a:t>
            </a:r>
            <a:r>
              <a:rPr lang="en-IN" sz="3600" dirty="0" err="1"/>
              <a:t>joblib</a:t>
            </a:r>
            <a:r>
              <a:rPr lang="en-IN" sz="3600" dirty="0"/>
              <a:t> import Parallel, delayed</a:t>
            </a:r>
          </a:p>
          <a:p>
            <a:r>
              <a:rPr lang="en-IN" sz="3600" dirty="0"/>
              <a:t>import pickle</a:t>
            </a:r>
          </a:p>
          <a:p>
            <a:r>
              <a:rPr lang="en-IN" sz="3600" dirty="0"/>
              <a:t>import 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776605" y="419100"/>
            <a:ext cx="10180320" cy="1028487"/>
          </a:xfrm>
          <a:prstGeom prst="rect">
            <a:avLst/>
          </a:prstGeom>
        </p:spPr>
        <p:txBody>
          <a:bodyPr vert="horz" wrap="square" lIns="0" tIns="12700" rIns="0" bIns="0" rtlCol="0">
            <a:spAutoFit/>
          </a:bodyPr>
          <a:lstStyle/>
          <a:p>
            <a:pPr marL="12700">
              <a:lnSpc>
                <a:spcPct val="100000"/>
              </a:lnSpc>
              <a:spcBef>
                <a:spcPts val="100"/>
              </a:spcBef>
            </a:pPr>
            <a:r>
              <a:rPr sz="6600" b="1" u="sng" spc="160" dirty="0">
                <a:solidFill>
                  <a:schemeClr val="accent5"/>
                </a:solidFill>
              </a:rPr>
              <a:t>Techniques</a:t>
            </a:r>
            <a:r>
              <a:rPr sz="6600" b="1" u="sng" spc="-545" dirty="0">
                <a:solidFill>
                  <a:schemeClr val="accent5"/>
                </a:solidFill>
              </a:rPr>
              <a:t> </a:t>
            </a:r>
            <a:r>
              <a:rPr sz="6600" b="1" u="sng" spc="140" dirty="0">
                <a:solidFill>
                  <a:schemeClr val="accent5"/>
                </a:solidFill>
              </a:rPr>
              <a:t>Used</a:t>
            </a:r>
            <a:r>
              <a:rPr lang="en-US" sz="6600" b="1" u="sng" spc="140" dirty="0">
                <a:solidFill>
                  <a:schemeClr val="accent5"/>
                </a:solidFill>
              </a:rPr>
              <a:t> :</a:t>
            </a:r>
            <a:endParaRPr sz="6600" b="1" u="sng" spc="140" dirty="0">
              <a:solidFill>
                <a:schemeClr val="accent5"/>
              </a:solidFill>
            </a:endParaRPr>
          </a:p>
        </p:txBody>
      </p:sp>
      <p:sp>
        <p:nvSpPr>
          <p:cNvPr id="5" name="object 5"/>
          <p:cNvSpPr txBox="1"/>
          <p:nvPr/>
        </p:nvSpPr>
        <p:spPr>
          <a:xfrm>
            <a:off x="776605" y="1638300"/>
            <a:ext cx="16704310" cy="9424631"/>
          </a:xfrm>
          <a:prstGeom prst="rect">
            <a:avLst/>
          </a:prstGeom>
        </p:spPr>
        <p:txBody>
          <a:bodyPr vert="horz" wrap="square" lIns="0" tIns="220980" rIns="0" bIns="0" rtlCol="0">
            <a:spAutoFit/>
          </a:bodyPr>
          <a:lstStyle/>
          <a:p>
            <a:pPr marL="12700">
              <a:lnSpc>
                <a:spcPct val="100000"/>
              </a:lnSpc>
              <a:spcBef>
                <a:spcPts val="1740"/>
              </a:spcBef>
            </a:pPr>
            <a:r>
              <a:rPr sz="5200" b="1" dirty="0">
                <a:solidFill>
                  <a:schemeClr val="accent2"/>
                </a:solidFill>
                <a:latin typeface="Tahoma"/>
                <a:cs typeface="Tahoma"/>
              </a:rPr>
              <a:t>Logistic</a:t>
            </a:r>
            <a:r>
              <a:rPr sz="5200" b="1" spc="10" dirty="0">
                <a:solidFill>
                  <a:schemeClr val="accent2"/>
                </a:solidFill>
                <a:latin typeface="Tahoma"/>
                <a:cs typeface="Tahoma"/>
              </a:rPr>
              <a:t> </a:t>
            </a:r>
            <a:r>
              <a:rPr sz="5200" b="1" spc="-10" dirty="0">
                <a:solidFill>
                  <a:schemeClr val="accent2"/>
                </a:solidFill>
                <a:latin typeface="Tahoma"/>
                <a:cs typeface="Tahoma"/>
              </a:rPr>
              <a:t>Regression</a:t>
            </a:r>
            <a:r>
              <a:rPr lang="en-IN" sz="5200" b="1" spc="-10" dirty="0">
                <a:solidFill>
                  <a:schemeClr val="accent2"/>
                </a:solidFill>
                <a:latin typeface="Tahoma"/>
                <a:cs typeface="Tahoma"/>
              </a:rPr>
              <a:t> :</a:t>
            </a:r>
            <a:endParaRPr sz="5200" dirty="0">
              <a:solidFill>
                <a:schemeClr val="accent2"/>
              </a:solidFill>
              <a:latin typeface="Tahoma"/>
              <a:cs typeface="Tahoma"/>
            </a:endParaRPr>
          </a:p>
          <a:p>
            <a:pPr marL="12700" marR="5080">
              <a:lnSpc>
                <a:spcPct val="115199"/>
              </a:lnSpc>
              <a:spcBef>
                <a:spcPts val="420"/>
              </a:spcBef>
            </a:pPr>
            <a:r>
              <a:rPr sz="2800" spc="195" dirty="0">
                <a:latin typeface="Tahoma"/>
                <a:cs typeface="Tahoma"/>
              </a:rPr>
              <a:t>Logistic</a:t>
            </a:r>
            <a:r>
              <a:rPr sz="2800" spc="-160" dirty="0">
                <a:latin typeface="Tahoma"/>
                <a:cs typeface="Tahoma"/>
              </a:rPr>
              <a:t> </a:t>
            </a:r>
            <a:r>
              <a:rPr sz="2800" spc="165" dirty="0">
                <a:latin typeface="Tahoma"/>
                <a:cs typeface="Tahoma"/>
              </a:rPr>
              <a:t>regression</a:t>
            </a:r>
            <a:r>
              <a:rPr sz="2800" spc="-160" dirty="0">
                <a:latin typeface="Tahoma"/>
                <a:cs typeface="Tahoma"/>
              </a:rPr>
              <a:t> </a:t>
            </a:r>
            <a:r>
              <a:rPr sz="2800" spc="114" dirty="0">
                <a:latin typeface="Tahoma"/>
                <a:cs typeface="Tahoma"/>
              </a:rPr>
              <a:t>is</a:t>
            </a:r>
            <a:r>
              <a:rPr sz="2800" spc="-160" dirty="0">
                <a:latin typeface="Tahoma"/>
                <a:cs typeface="Tahoma"/>
              </a:rPr>
              <a:t> </a:t>
            </a:r>
            <a:r>
              <a:rPr sz="2800" spc="180" dirty="0">
                <a:latin typeface="Tahoma"/>
                <a:cs typeface="Tahoma"/>
              </a:rPr>
              <a:t>a</a:t>
            </a:r>
            <a:r>
              <a:rPr sz="2800" spc="-155" dirty="0">
                <a:latin typeface="Tahoma"/>
                <a:cs typeface="Tahoma"/>
              </a:rPr>
              <a:t> </a:t>
            </a:r>
            <a:r>
              <a:rPr sz="2800" spc="180" dirty="0">
                <a:latin typeface="Tahoma"/>
                <a:cs typeface="Tahoma"/>
              </a:rPr>
              <a:t>statistical</a:t>
            </a:r>
            <a:r>
              <a:rPr sz="2800" spc="-160" dirty="0">
                <a:latin typeface="Tahoma"/>
                <a:cs typeface="Tahoma"/>
              </a:rPr>
              <a:t> </a:t>
            </a:r>
            <a:r>
              <a:rPr sz="2800" spc="335" dirty="0">
                <a:latin typeface="Tahoma"/>
                <a:cs typeface="Tahoma"/>
              </a:rPr>
              <a:t>method</a:t>
            </a:r>
            <a:r>
              <a:rPr sz="2800" spc="-160" dirty="0">
                <a:latin typeface="Tahoma"/>
                <a:cs typeface="Tahoma"/>
              </a:rPr>
              <a:t> </a:t>
            </a:r>
            <a:r>
              <a:rPr sz="2800" spc="225" dirty="0">
                <a:latin typeface="Tahoma"/>
                <a:cs typeface="Tahoma"/>
              </a:rPr>
              <a:t>used</a:t>
            </a:r>
            <a:r>
              <a:rPr sz="2800" spc="-160" dirty="0">
                <a:latin typeface="Tahoma"/>
                <a:cs typeface="Tahoma"/>
              </a:rPr>
              <a:t> </a:t>
            </a:r>
            <a:r>
              <a:rPr sz="2800" spc="140" dirty="0">
                <a:latin typeface="Tahoma"/>
                <a:cs typeface="Tahoma"/>
              </a:rPr>
              <a:t>for</a:t>
            </a:r>
            <a:r>
              <a:rPr sz="2800" spc="-155" dirty="0">
                <a:latin typeface="Tahoma"/>
                <a:cs typeface="Tahoma"/>
              </a:rPr>
              <a:t> </a:t>
            </a:r>
            <a:r>
              <a:rPr sz="2800" spc="204" dirty="0">
                <a:latin typeface="Tahoma"/>
                <a:cs typeface="Tahoma"/>
              </a:rPr>
              <a:t>binary</a:t>
            </a:r>
            <a:r>
              <a:rPr sz="2800" spc="-160" dirty="0">
                <a:latin typeface="Tahoma"/>
                <a:cs typeface="Tahoma"/>
              </a:rPr>
              <a:t> </a:t>
            </a:r>
            <a:r>
              <a:rPr sz="2800" spc="190" dirty="0">
                <a:latin typeface="Tahoma"/>
                <a:cs typeface="Tahoma"/>
              </a:rPr>
              <a:t>classification</a:t>
            </a:r>
            <a:r>
              <a:rPr sz="2800" spc="-160" dirty="0">
                <a:latin typeface="Tahoma"/>
                <a:cs typeface="Tahoma"/>
              </a:rPr>
              <a:t> </a:t>
            </a:r>
            <a:r>
              <a:rPr sz="2800" spc="200" dirty="0">
                <a:latin typeface="Tahoma"/>
                <a:cs typeface="Tahoma"/>
              </a:rPr>
              <a:t>problems, </a:t>
            </a:r>
            <a:r>
              <a:rPr sz="2800" spc="250" dirty="0">
                <a:latin typeface="Tahoma"/>
                <a:cs typeface="Tahoma"/>
              </a:rPr>
              <a:t>where</a:t>
            </a:r>
            <a:r>
              <a:rPr sz="2800" spc="-170" dirty="0">
                <a:latin typeface="Tahoma"/>
                <a:cs typeface="Tahoma"/>
              </a:rPr>
              <a:t> </a:t>
            </a:r>
            <a:r>
              <a:rPr sz="2800" spc="245" dirty="0">
                <a:latin typeface="Tahoma"/>
                <a:cs typeface="Tahoma"/>
              </a:rPr>
              <a:t>the</a:t>
            </a:r>
            <a:r>
              <a:rPr sz="2800" spc="-165" dirty="0">
                <a:latin typeface="Tahoma"/>
                <a:cs typeface="Tahoma"/>
              </a:rPr>
              <a:t> </a:t>
            </a:r>
            <a:r>
              <a:rPr sz="2800" spc="225" dirty="0">
                <a:latin typeface="Tahoma"/>
                <a:cs typeface="Tahoma"/>
              </a:rPr>
              <a:t>goal</a:t>
            </a:r>
            <a:r>
              <a:rPr sz="2800" spc="-165" dirty="0">
                <a:latin typeface="Tahoma"/>
                <a:cs typeface="Tahoma"/>
              </a:rPr>
              <a:t> </a:t>
            </a:r>
            <a:r>
              <a:rPr sz="2800" spc="114" dirty="0">
                <a:latin typeface="Tahoma"/>
                <a:cs typeface="Tahoma"/>
              </a:rPr>
              <a:t>is</a:t>
            </a:r>
            <a:r>
              <a:rPr sz="2800" spc="-165" dirty="0">
                <a:latin typeface="Tahoma"/>
                <a:cs typeface="Tahoma"/>
              </a:rPr>
              <a:t> </a:t>
            </a:r>
            <a:r>
              <a:rPr sz="2800" spc="240" dirty="0">
                <a:latin typeface="Tahoma"/>
                <a:cs typeface="Tahoma"/>
              </a:rPr>
              <a:t>to</a:t>
            </a:r>
            <a:r>
              <a:rPr sz="2800" spc="-170" dirty="0">
                <a:latin typeface="Tahoma"/>
                <a:cs typeface="Tahoma"/>
              </a:rPr>
              <a:t> </a:t>
            </a:r>
            <a:r>
              <a:rPr sz="2800" spc="250" dirty="0">
                <a:latin typeface="Tahoma"/>
                <a:cs typeface="Tahoma"/>
              </a:rPr>
              <a:t>predict</a:t>
            </a:r>
            <a:r>
              <a:rPr sz="2800" spc="-165" dirty="0">
                <a:latin typeface="Tahoma"/>
                <a:cs typeface="Tahoma"/>
              </a:rPr>
              <a:t> </a:t>
            </a:r>
            <a:r>
              <a:rPr sz="2800" spc="245" dirty="0">
                <a:latin typeface="Tahoma"/>
                <a:cs typeface="Tahoma"/>
              </a:rPr>
              <a:t>the</a:t>
            </a:r>
            <a:r>
              <a:rPr sz="2800" spc="-165" dirty="0">
                <a:latin typeface="Tahoma"/>
                <a:cs typeface="Tahoma"/>
              </a:rPr>
              <a:t> </a:t>
            </a:r>
            <a:r>
              <a:rPr sz="2800" spc="229" dirty="0">
                <a:latin typeface="Tahoma"/>
                <a:cs typeface="Tahoma"/>
              </a:rPr>
              <a:t>probability</a:t>
            </a:r>
            <a:r>
              <a:rPr sz="2800" spc="-165" dirty="0">
                <a:latin typeface="Tahoma"/>
                <a:cs typeface="Tahoma"/>
              </a:rPr>
              <a:t> </a:t>
            </a:r>
            <a:r>
              <a:rPr sz="2800" spc="160" dirty="0">
                <a:latin typeface="Tahoma"/>
                <a:cs typeface="Tahoma"/>
              </a:rPr>
              <a:t>of</a:t>
            </a:r>
            <a:r>
              <a:rPr sz="2800" spc="-165" dirty="0">
                <a:latin typeface="Tahoma"/>
                <a:cs typeface="Tahoma"/>
              </a:rPr>
              <a:t> </a:t>
            </a:r>
            <a:r>
              <a:rPr sz="2800" spc="180" dirty="0">
                <a:latin typeface="Tahoma"/>
                <a:cs typeface="Tahoma"/>
              </a:rPr>
              <a:t>a</a:t>
            </a:r>
            <a:r>
              <a:rPr sz="2800" spc="-170" dirty="0">
                <a:latin typeface="Tahoma"/>
                <a:cs typeface="Tahoma"/>
              </a:rPr>
              <a:t> </a:t>
            </a:r>
            <a:r>
              <a:rPr sz="2800" spc="204" dirty="0">
                <a:latin typeface="Tahoma"/>
                <a:cs typeface="Tahoma"/>
              </a:rPr>
              <a:t>binary</a:t>
            </a:r>
            <a:r>
              <a:rPr sz="2800" spc="-165" dirty="0">
                <a:latin typeface="Tahoma"/>
                <a:cs typeface="Tahoma"/>
              </a:rPr>
              <a:t> </a:t>
            </a:r>
            <a:r>
              <a:rPr sz="2800" spc="305" dirty="0">
                <a:latin typeface="Tahoma"/>
                <a:cs typeface="Tahoma"/>
              </a:rPr>
              <a:t>outcome</a:t>
            </a:r>
            <a:r>
              <a:rPr sz="2800" spc="-165" dirty="0">
                <a:latin typeface="Tahoma"/>
                <a:cs typeface="Tahoma"/>
              </a:rPr>
              <a:t> </a:t>
            </a:r>
            <a:r>
              <a:rPr sz="2800" spc="200" dirty="0">
                <a:latin typeface="Tahoma"/>
                <a:cs typeface="Tahoma"/>
              </a:rPr>
              <a:t>(whether</a:t>
            </a:r>
            <a:r>
              <a:rPr sz="2800" spc="-165" dirty="0">
                <a:latin typeface="Tahoma"/>
                <a:cs typeface="Tahoma"/>
              </a:rPr>
              <a:t> </a:t>
            </a:r>
            <a:r>
              <a:rPr sz="2800" spc="220" dirty="0">
                <a:latin typeface="Tahoma"/>
                <a:cs typeface="Tahoma"/>
              </a:rPr>
              <a:t>the </a:t>
            </a:r>
            <a:r>
              <a:rPr sz="2800" spc="320" dirty="0">
                <a:latin typeface="Tahoma"/>
                <a:cs typeface="Tahoma"/>
              </a:rPr>
              <a:t>new</a:t>
            </a:r>
            <a:r>
              <a:rPr sz="2800" spc="-165" dirty="0">
                <a:latin typeface="Tahoma"/>
                <a:cs typeface="Tahoma"/>
              </a:rPr>
              <a:t> </a:t>
            </a:r>
            <a:r>
              <a:rPr sz="2800" spc="114" dirty="0">
                <a:latin typeface="Tahoma"/>
                <a:cs typeface="Tahoma"/>
              </a:rPr>
              <a:t>is</a:t>
            </a:r>
            <a:r>
              <a:rPr sz="2800" spc="-165" dirty="0">
                <a:latin typeface="Tahoma"/>
                <a:cs typeface="Tahoma"/>
              </a:rPr>
              <a:t> </a:t>
            </a:r>
            <a:r>
              <a:rPr sz="2800" spc="180" dirty="0">
                <a:latin typeface="Tahoma"/>
                <a:cs typeface="Tahoma"/>
              </a:rPr>
              <a:t>fake</a:t>
            </a:r>
            <a:r>
              <a:rPr sz="2800" spc="-165" dirty="0">
                <a:latin typeface="Tahoma"/>
                <a:cs typeface="Tahoma"/>
              </a:rPr>
              <a:t> </a:t>
            </a:r>
            <a:r>
              <a:rPr sz="2800" spc="175" dirty="0">
                <a:latin typeface="Tahoma"/>
                <a:cs typeface="Tahoma"/>
              </a:rPr>
              <a:t>or</a:t>
            </a:r>
            <a:r>
              <a:rPr sz="2800" spc="-165" dirty="0">
                <a:latin typeface="Tahoma"/>
                <a:cs typeface="Tahoma"/>
              </a:rPr>
              <a:t> </a:t>
            </a:r>
            <a:r>
              <a:rPr sz="2800" spc="165" dirty="0">
                <a:latin typeface="Tahoma"/>
                <a:cs typeface="Tahoma"/>
              </a:rPr>
              <a:t>not)</a:t>
            </a:r>
            <a:r>
              <a:rPr sz="2800" spc="-160" dirty="0">
                <a:latin typeface="Tahoma"/>
                <a:cs typeface="Tahoma"/>
              </a:rPr>
              <a:t> </a:t>
            </a:r>
            <a:r>
              <a:rPr sz="2800" spc="240" dirty="0">
                <a:latin typeface="Tahoma"/>
                <a:cs typeface="Tahoma"/>
              </a:rPr>
              <a:t>based</a:t>
            </a:r>
            <a:r>
              <a:rPr sz="2800" spc="-165" dirty="0">
                <a:latin typeface="Tahoma"/>
                <a:cs typeface="Tahoma"/>
              </a:rPr>
              <a:t> </a:t>
            </a:r>
            <a:r>
              <a:rPr sz="2800" spc="285" dirty="0">
                <a:latin typeface="Tahoma"/>
                <a:cs typeface="Tahoma"/>
              </a:rPr>
              <a:t>on</a:t>
            </a:r>
            <a:r>
              <a:rPr sz="2800" spc="-165" dirty="0">
                <a:latin typeface="Tahoma"/>
                <a:cs typeface="Tahoma"/>
              </a:rPr>
              <a:t> </a:t>
            </a:r>
            <a:r>
              <a:rPr sz="2800" spc="250" dirty="0">
                <a:latin typeface="Tahoma"/>
                <a:cs typeface="Tahoma"/>
              </a:rPr>
              <a:t>one</a:t>
            </a:r>
            <a:r>
              <a:rPr sz="2800" spc="-165" dirty="0">
                <a:latin typeface="Tahoma"/>
                <a:cs typeface="Tahoma"/>
              </a:rPr>
              <a:t> </a:t>
            </a:r>
            <a:r>
              <a:rPr sz="2800" spc="175" dirty="0">
                <a:latin typeface="Tahoma"/>
                <a:cs typeface="Tahoma"/>
              </a:rPr>
              <a:t>or</a:t>
            </a:r>
            <a:r>
              <a:rPr sz="2800" spc="-160" dirty="0">
                <a:latin typeface="Tahoma"/>
                <a:cs typeface="Tahoma"/>
              </a:rPr>
              <a:t> </a:t>
            </a:r>
            <a:r>
              <a:rPr sz="2800" spc="290" dirty="0">
                <a:latin typeface="Tahoma"/>
                <a:cs typeface="Tahoma"/>
              </a:rPr>
              <a:t>more</a:t>
            </a:r>
            <a:r>
              <a:rPr sz="2800" spc="-165" dirty="0">
                <a:latin typeface="Tahoma"/>
                <a:cs typeface="Tahoma"/>
              </a:rPr>
              <a:t> </a:t>
            </a:r>
            <a:r>
              <a:rPr sz="2800" spc="270" dirty="0">
                <a:latin typeface="Tahoma"/>
                <a:cs typeface="Tahoma"/>
              </a:rPr>
              <a:t>input</a:t>
            </a:r>
            <a:r>
              <a:rPr sz="2800" spc="-165" dirty="0">
                <a:latin typeface="Tahoma"/>
                <a:cs typeface="Tahoma"/>
              </a:rPr>
              <a:t> </a:t>
            </a:r>
            <a:r>
              <a:rPr sz="2800" spc="170" dirty="0">
                <a:latin typeface="Tahoma"/>
                <a:cs typeface="Tahoma"/>
              </a:rPr>
              <a:t>variables</a:t>
            </a:r>
            <a:r>
              <a:rPr sz="2800" spc="-165" dirty="0">
                <a:latin typeface="Tahoma"/>
                <a:cs typeface="Tahoma"/>
              </a:rPr>
              <a:t> </a:t>
            </a:r>
            <a:r>
              <a:rPr sz="2800" spc="95" dirty="0">
                <a:latin typeface="Tahoma"/>
                <a:cs typeface="Tahoma"/>
              </a:rPr>
              <a:t>(also</a:t>
            </a:r>
            <a:r>
              <a:rPr sz="2800" spc="-160" dirty="0">
                <a:latin typeface="Tahoma"/>
                <a:cs typeface="Tahoma"/>
              </a:rPr>
              <a:t> </a:t>
            </a:r>
            <a:r>
              <a:rPr sz="2800" spc="330" dirty="0">
                <a:latin typeface="Tahoma"/>
                <a:cs typeface="Tahoma"/>
              </a:rPr>
              <a:t>known</a:t>
            </a:r>
            <a:r>
              <a:rPr sz="2800" spc="-165" dirty="0">
                <a:latin typeface="Tahoma"/>
                <a:cs typeface="Tahoma"/>
              </a:rPr>
              <a:t> </a:t>
            </a:r>
            <a:r>
              <a:rPr sz="2800" spc="100" dirty="0">
                <a:latin typeface="Tahoma"/>
                <a:cs typeface="Tahoma"/>
              </a:rPr>
              <a:t>as </a:t>
            </a:r>
            <a:r>
              <a:rPr sz="2800" spc="275" dirty="0">
                <a:latin typeface="Tahoma"/>
                <a:cs typeface="Tahoma"/>
              </a:rPr>
              <a:t>independent</a:t>
            </a:r>
            <a:r>
              <a:rPr sz="2800" spc="-155" dirty="0">
                <a:latin typeface="Tahoma"/>
                <a:cs typeface="Tahoma"/>
              </a:rPr>
              <a:t> </a:t>
            </a:r>
            <a:r>
              <a:rPr sz="2800" spc="175" dirty="0">
                <a:latin typeface="Tahoma"/>
                <a:cs typeface="Tahoma"/>
              </a:rPr>
              <a:t>or</a:t>
            </a:r>
            <a:r>
              <a:rPr sz="2800" spc="-155" dirty="0">
                <a:latin typeface="Tahoma"/>
                <a:cs typeface="Tahoma"/>
              </a:rPr>
              <a:t> </a:t>
            </a:r>
            <a:r>
              <a:rPr sz="2800" spc="229" dirty="0">
                <a:latin typeface="Tahoma"/>
                <a:cs typeface="Tahoma"/>
              </a:rPr>
              <a:t>predictor</a:t>
            </a:r>
            <a:r>
              <a:rPr sz="2800" spc="-150" dirty="0">
                <a:latin typeface="Tahoma"/>
                <a:cs typeface="Tahoma"/>
              </a:rPr>
              <a:t> </a:t>
            </a:r>
            <a:r>
              <a:rPr sz="2800" spc="90" dirty="0">
                <a:latin typeface="Tahoma"/>
                <a:cs typeface="Tahoma"/>
              </a:rPr>
              <a:t>variables).</a:t>
            </a:r>
            <a:endParaRPr sz="2800" dirty="0">
              <a:latin typeface="Tahoma"/>
              <a:cs typeface="Tahoma"/>
            </a:endParaRPr>
          </a:p>
          <a:p>
            <a:pPr marL="12700" marR="285750">
              <a:lnSpc>
                <a:spcPct val="115199"/>
              </a:lnSpc>
              <a:spcBef>
                <a:spcPts val="5"/>
              </a:spcBef>
            </a:pPr>
            <a:r>
              <a:rPr sz="2800" dirty="0">
                <a:latin typeface="Tahoma"/>
                <a:cs typeface="Tahoma"/>
              </a:rPr>
              <a:t>It</a:t>
            </a:r>
            <a:r>
              <a:rPr sz="2800" spc="-165" dirty="0">
                <a:latin typeface="Tahoma"/>
                <a:cs typeface="Tahoma"/>
              </a:rPr>
              <a:t> </a:t>
            </a:r>
            <a:r>
              <a:rPr sz="2800" spc="285" dirty="0">
                <a:latin typeface="Tahoma"/>
                <a:cs typeface="Tahoma"/>
              </a:rPr>
              <a:t>models</a:t>
            </a:r>
            <a:r>
              <a:rPr sz="2800" spc="-165" dirty="0">
                <a:latin typeface="Tahoma"/>
                <a:cs typeface="Tahoma"/>
              </a:rPr>
              <a:t> </a:t>
            </a:r>
            <a:r>
              <a:rPr sz="2800" spc="245" dirty="0">
                <a:latin typeface="Tahoma"/>
                <a:cs typeface="Tahoma"/>
              </a:rPr>
              <a:t>the</a:t>
            </a:r>
            <a:r>
              <a:rPr sz="2800" spc="-160" dirty="0">
                <a:latin typeface="Tahoma"/>
                <a:cs typeface="Tahoma"/>
              </a:rPr>
              <a:t> </a:t>
            </a:r>
            <a:r>
              <a:rPr sz="2800" spc="210" dirty="0">
                <a:latin typeface="Tahoma"/>
                <a:cs typeface="Tahoma"/>
              </a:rPr>
              <a:t>relationship</a:t>
            </a:r>
            <a:r>
              <a:rPr sz="2800" spc="-165" dirty="0">
                <a:latin typeface="Tahoma"/>
                <a:cs typeface="Tahoma"/>
              </a:rPr>
              <a:t> </a:t>
            </a:r>
            <a:r>
              <a:rPr sz="2800" spc="275" dirty="0">
                <a:latin typeface="Tahoma"/>
                <a:cs typeface="Tahoma"/>
              </a:rPr>
              <a:t>between</a:t>
            </a:r>
            <a:r>
              <a:rPr sz="2800" spc="-160" dirty="0">
                <a:latin typeface="Tahoma"/>
                <a:cs typeface="Tahoma"/>
              </a:rPr>
              <a:t> </a:t>
            </a:r>
            <a:r>
              <a:rPr sz="2800" spc="245" dirty="0">
                <a:latin typeface="Tahoma"/>
                <a:cs typeface="Tahoma"/>
              </a:rPr>
              <a:t>the</a:t>
            </a:r>
            <a:r>
              <a:rPr sz="2800" spc="-165" dirty="0">
                <a:latin typeface="Tahoma"/>
                <a:cs typeface="Tahoma"/>
              </a:rPr>
              <a:t> </a:t>
            </a:r>
            <a:r>
              <a:rPr sz="2800" spc="270" dirty="0">
                <a:latin typeface="Tahoma"/>
                <a:cs typeface="Tahoma"/>
              </a:rPr>
              <a:t>input</a:t>
            </a:r>
            <a:r>
              <a:rPr sz="2800" spc="-165" dirty="0">
                <a:latin typeface="Tahoma"/>
                <a:cs typeface="Tahoma"/>
              </a:rPr>
              <a:t> </a:t>
            </a:r>
            <a:r>
              <a:rPr sz="2800" spc="170" dirty="0">
                <a:latin typeface="Tahoma"/>
                <a:cs typeface="Tahoma"/>
              </a:rPr>
              <a:t>variables</a:t>
            </a:r>
            <a:r>
              <a:rPr sz="2800" spc="-160" dirty="0">
                <a:latin typeface="Tahoma"/>
                <a:cs typeface="Tahoma"/>
              </a:rPr>
              <a:t> </a:t>
            </a:r>
            <a:r>
              <a:rPr sz="2800" spc="295" dirty="0">
                <a:latin typeface="Tahoma"/>
                <a:cs typeface="Tahoma"/>
              </a:rPr>
              <a:t>and</a:t>
            </a:r>
            <a:r>
              <a:rPr sz="2800" spc="-165" dirty="0">
                <a:latin typeface="Tahoma"/>
                <a:cs typeface="Tahoma"/>
              </a:rPr>
              <a:t> </a:t>
            </a:r>
            <a:r>
              <a:rPr sz="2800" spc="245" dirty="0">
                <a:latin typeface="Tahoma"/>
                <a:cs typeface="Tahoma"/>
              </a:rPr>
              <a:t>the</a:t>
            </a:r>
            <a:r>
              <a:rPr sz="2800" spc="-160" dirty="0">
                <a:latin typeface="Tahoma"/>
                <a:cs typeface="Tahoma"/>
              </a:rPr>
              <a:t> </a:t>
            </a:r>
            <a:r>
              <a:rPr sz="2800" spc="204" dirty="0">
                <a:latin typeface="Tahoma"/>
                <a:cs typeface="Tahoma"/>
              </a:rPr>
              <a:t>binary</a:t>
            </a:r>
            <a:r>
              <a:rPr sz="2800" spc="-165" dirty="0">
                <a:latin typeface="Tahoma"/>
                <a:cs typeface="Tahoma"/>
              </a:rPr>
              <a:t> </a:t>
            </a:r>
            <a:r>
              <a:rPr sz="2800" spc="260" dirty="0">
                <a:latin typeface="Tahoma"/>
                <a:cs typeface="Tahoma"/>
              </a:rPr>
              <a:t>output </a:t>
            </a:r>
            <a:r>
              <a:rPr sz="2800" spc="180" dirty="0">
                <a:latin typeface="Tahoma"/>
                <a:cs typeface="Tahoma"/>
              </a:rPr>
              <a:t>variable</a:t>
            </a:r>
            <a:r>
              <a:rPr sz="2800" spc="-160" dirty="0">
                <a:latin typeface="Tahoma"/>
                <a:cs typeface="Tahoma"/>
              </a:rPr>
              <a:t> </a:t>
            </a:r>
            <a:r>
              <a:rPr sz="2800" spc="215" dirty="0">
                <a:latin typeface="Tahoma"/>
                <a:cs typeface="Tahoma"/>
              </a:rPr>
              <a:t>using</a:t>
            </a:r>
            <a:r>
              <a:rPr sz="2800" spc="-160" dirty="0">
                <a:latin typeface="Tahoma"/>
                <a:cs typeface="Tahoma"/>
              </a:rPr>
              <a:t> </a:t>
            </a:r>
            <a:r>
              <a:rPr sz="2800" spc="275" dirty="0">
                <a:latin typeface="Tahoma"/>
                <a:cs typeface="Tahoma"/>
              </a:rPr>
              <a:t>sigmoid</a:t>
            </a:r>
            <a:r>
              <a:rPr sz="2800" spc="-160" dirty="0">
                <a:latin typeface="Tahoma"/>
                <a:cs typeface="Tahoma"/>
              </a:rPr>
              <a:t> </a:t>
            </a:r>
            <a:r>
              <a:rPr sz="2800" spc="180" dirty="0">
                <a:latin typeface="Tahoma"/>
                <a:cs typeface="Tahoma"/>
              </a:rPr>
              <a:t>function,</a:t>
            </a:r>
            <a:r>
              <a:rPr sz="2800" spc="-160" dirty="0">
                <a:latin typeface="Tahoma"/>
                <a:cs typeface="Tahoma"/>
              </a:rPr>
              <a:t> </a:t>
            </a:r>
            <a:r>
              <a:rPr sz="2800" spc="325" dirty="0">
                <a:latin typeface="Tahoma"/>
                <a:cs typeface="Tahoma"/>
              </a:rPr>
              <a:t>which</a:t>
            </a:r>
            <a:r>
              <a:rPr sz="2800" spc="-160" dirty="0">
                <a:latin typeface="Tahoma"/>
                <a:cs typeface="Tahoma"/>
              </a:rPr>
              <a:t> </a:t>
            </a:r>
            <a:r>
              <a:rPr sz="2800" spc="200" dirty="0">
                <a:latin typeface="Tahoma"/>
                <a:cs typeface="Tahoma"/>
              </a:rPr>
              <a:t>transforms</a:t>
            </a:r>
            <a:r>
              <a:rPr sz="2800" spc="-160" dirty="0">
                <a:latin typeface="Tahoma"/>
                <a:cs typeface="Tahoma"/>
              </a:rPr>
              <a:t> </a:t>
            </a:r>
            <a:r>
              <a:rPr sz="2800" spc="245" dirty="0">
                <a:latin typeface="Tahoma"/>
                <a:cs typeface="Tahoma"/>
              </a:rPr>
              <a:t>the</a:t>
            </a:r>
            <a:r>
              <a:rPr sz="2800" spc="-160" dirty="0">
                <a:latin typeface="Tahoma"/>
                <a:cs typeface="Tahoma"/>
              </a:rPr>
              <a:t> </a:t>
            </a:r>
            <a:r>
              <a:rPr sz="2800" spc="270" dirty="0">
                <a:latin typeface="Tahoma"/>
                <a:cs typeface="Tahoma"/>
              </a:rPr>
              <a:t>output</a:t>
            </a:r>
            <a:r>
              <a:rPr sz="2800" spc="-160" dirty="0">
                <a:latin typeface="Tahoma"/>
                <a:cs typeface="Tahoma"/>
              </a:rPr>
              <a:t> </a:t>
            </a:r>
            <a:r>
              <a:rPr sz="2800" spc="160" dirty="0">
                <a:latin typeface="Tahoma"/>
                <a:cs typeface="Tahoma"/>
              </a:rPr>
              <a:t>of</a:t>
            </a:r>
            <a:r>
              <a:rPr sz="2800" spc="-160" dirty="0">
                <a:latin typeface="Tahoma"/>
                <a:cs typeface="Tahoma"/>
              </a:rPr>
              <a:t> </a:t>
            </a:r>
            <a:r>
              <a:rPr sz="2800" spc="245" dirty="0">
                <a:latin typeface="Tahoma"/>
                <a:cs typeface="Tahoma"/>
              </a:rPr>
              <a:t>the</a:t>
            </a:r>
            <a:r>
              <a:rPr sz="2800" spc="-160" dirty="0">
                <a:latin typeface="Tahoma"/>
                <a:cs typeface="Tahoma"/>
              </a:rPr>
              <a:t> </a:t>
            </a:r>
            <a:r>
              <a:rPr sz="2800" spc="330" dirty="0">
                <a:latin typeface="Tahoma"/>
                <a:cs typeface="Tahoma"/>
              </a:rPr>
              <a:t>model</a:t>
            </a:r>
            <a:r>
              <a:rPr sz="2800" spc="-160" dirty="0">
                <a:latin typeface="Tahoma"/>
                <a:cs typeface="Tahoma"/>
              </a:rPr>
              <a:t> </a:t>
            </a:r>
            <a:r>
              <a:rPr sz="2800" spc="240" dirty="0">
                <a:latin typeface="Tahoma"/>
                <a:cs typeface="Tahoma"/>
              </a:rPr>
              <a:t>to</a:t>
            </a:r>
            <a:r>
              <a:rPr sz="2800" spc="-160" dirty="0">
                <a:latin typeface="Tahoma"/>
                <a:cs typeface="Tahoma"/>
              </a:rPr>
              <a:t> </a:t>
            </a:r>
            <a:r>
              <a:rPr sz="2800" spc="130" dirty="0">
                <a:latin typeface="Tahoma"/>
                <a:cs typeface="Tahoma"/>
              </a:rPr>
              <a:t>a </a:t>
            </a:r>
            <a:r>
              <a:rPr sz="2800" spc="229" dirty="0">
                <a:latin typeface="Tahoma"/>
                <a:cs typeface="Tahoma"/>
              </a:rPr>
              <a:t>probability</a:t>
            </a:r>
            <a:r>
              <a:rPr sz="2800" spc="-170" dirty="0">
                <a:latin typeface="Tahoma"/>
                <a:cs typeface="Tahoma"/>
              </a:rPr>
              <a:t> </a:t>
            </a:r>
            <a:r>
              <a:rPr sz="2800" spc="275" dirty="0">
                <a:latin typeface="Tahoma"/>
                <a:cs typeface="Tahoma"/>
              </a:rPr>
              <a:t>between</a:t>
            </a:r>
            <a:r>
              <a:rPr sz="2800" spc="-170" dirty="0">
                <a:latin typeface="Tahoma"/>
                <a:cs typeface="Tahoma"/>
              </a:rPr>
              <a:t> </a:t>
            </a:r>
            <a:r>
              <a:rPr sz="2800" spc="455" dirty="0">
                <a:latin typeface="Tahoma"/>
                <a:cs typeface="Tahoma"/>
              </a:rPr>
              <a:t>0</a:t>
            </a:r>
            <a:r>
              <a:rPr sz="2800" spc="-170" dirty="0">
                <a:latin typeface="Tahoma"/>
                <a:cs typeface="Tahoma"/>
              </a:rPr>
              <a:t> </a:t>
            </a:r>
            <a:r>
              <a:rPr sz="2800" spc="295" dirty="0">
                <a:latin typeface="Tahoma"/>
                <a:cs typeface="Tahoma"/>
              </a:rPr>
              <a:t>and</a:t>
            </a:r>
            <a:r>
              <a:rPr sz="2800" spc="-170" dirty="0">
                <a:latin typeface="Tahoma"/>
                <a:cs typeface="Tahoma"/>
              </a:rPr>
              <a:t> </a:t>
            </a:r>
            <a:endParaRPr lang="en-IN" sz="2800" spc="-434" dirty="0">
              <a:latin typeface="Tahoma"/>
              <a:cs typeface="Tahoma"/>
            </a:endParaRPr>
          </a:p>
          <a:p>
            <a:r>
              <a:rPr lang="en-US" sz="2800" b="1" u="sng" dirty="0">
                <a:solidFill>
                  <a:schemeClr val="accent5"/>
                </a:solidFill>
              </a:rPr>
              <a:t>Advantages :</a:t>
            </a:r>
          </a:p>
          <a:p>
            <a:r>
              <a:rPr lang="en-US" sz="2800" b="1" dirty="0"/>
              <a:t>Interpretability</a:t>
            </a:r>
            <a:r>
              <a:rPr lang="en-US" sz="2800" dirty="0"/>
              <a:t>: Coefficients show the effect of features on the outcome.</a:t>
            </a:r>
          </a:p>
          <a:p>
            <a:r>
              <a:rPr lang="en-US" sz="2800" b="1" dirty="0"/>
              <a:t>Efficiency</a:t>
            </a:r>
            <a:r>
              <a:rPr lang="en-US" sz="2800" dirty="0"/>
              <a:t>: Quick to train and simple to implement.</a:t>
            </a:r>
          </a:p>
          <a:p>
            <a:r>
              <a:rPr lang="en-US" sz="2800" b="1" u="sng" dirty="0">
                <a:solidFill>
                  <a:schemeClr val="accent5"/>
                </a:solidFill>
              </a:rPr>
              <a:t>Limitations :</a:t>
            </a:r>
          </a:p>
          <a:p>
            <a:r>
              <a:rPr lang="en-US" sz="2800" b="1" dirty="0"/>
              <a:t>Linearity Assumption</a:t>
            </a:r>
            <a:r>
              <a:rPr lang="en-US" sz="2800" dirty="0"/>
              <a:t>: Assumes a linear relationship between features and log-odds.</a:t>
            </a:r>
          </a:p>
          <a:p>
            <a:r>
              <a:rPr lang="en-US" sz="2800" b="1" dirty="0"/>
              <a:t>Sensitivity to Outliers</a:t>
            </a:r>
            <a:r>
              <a:rPr lang="en-US" sz="2800" dirty="0"/>
              <a:t>: Performance can be affected by outliers.</a:t>
            </a:r>
          </a:p>
          <a:p>
            <a:r>
              <a:rPr lang="en-US" sz="2800" b="1" u="sng" dirty="0">
                <a:solidFill>
                  <a:schemeClr val="accent5"/>
                </a:solidFill>
              </a:rPr>
              <a:t>Applications :</a:t>
            </a:r>
          </a:p>
          <a:p>
            <a:r>
              <a:rPr lang="en-US" sz="2800" b="1" dirty="0"/>
              <a:t>Healthcare</a:t>
            </a:r>
            <a:r>
              <a:rPr lang="en-US" sz="2800" dirty="0"/>
              <a:t>: Disease prediction.</a:t>
            </a:r>
          </a:p>
          <a:p>
            <a:r>
              <a:rPr lang="en-US" sz="2800" b="1" dirty="0"/>
              <a:t>Finance</a:t>
            </a:r>
            <a:r>
              <a:rPr lang="en-US" sz="2800" dirty="0"/>
              <a:t>: Credit risk assessment.</a:t>
            </a:r>
          </a:p>
          <a:p>
            <a:r>
              <a:rPr lang="en-US" sz="2800" b="1" dirty="0"/>
              <a:t>Marketing</a:t>
            </a:r>
            <a:r>
              <a:rPr lang="en-US" sz="2800" dirty="0"/>
              <a:t>: Customer behavior analysis.</a:t>
            </a:r>
          </a:p>
          <a:p>
            <a:endParaRPr lang="en-US" sz="2800" dirty="0"/>
          </a:p>
          <a:p>
            <a:pPr marL="12700" marR="285750">
              <a:lnSpc>
                <a:spcPct val="115199"/>
              </a:lnSpc>
              <a:spcBef>
                <a:spcPts val="5"/>
              </a:spcBef>
            </a:pPr>
            <a:endParaRPr lang="en-IN" sz="3200" spc="-434" dirty="0">
              <a:latin typeface="Tahoma"/>
              <a:cs typeface="Tahoma"/>
            </a:endParaRPr>
          </a:p>
          <a:p>
            <a:pPr marL="12700" marR="285750">
              <a:lnSpc>
                <a:spcPct val="115199"/>
              </a:lnSpc>
              <a:spcBef>
                <a:spcPts val="5"/>
              </a:spcBef>
            </a:pPr>
            <a:endParaRPr sz="3200" dirty="0">
              <a:latin typeface="Tahoma"/>
              <a:cs typeface="Tahom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762000" y="1028700"/>
            <a:ext cx="16090265" cy="7874463"/>
          </a:xfrm>
          <a:prstGeom prst="rect">
            <a:avLst/>
          </a:prstGeom>
        </p:spPr>
        <p:txBody>
          <a:bodyPr vert="horz" wrap="square" lIns="0" tIns="12700" rIns="0" bIns="0" rtlCol="0">
            <a:spAutoFit/>
          </a:bodyPr>
          <a:lstStyle/>
          <a:p>
            <a:pPr marL="12700">
              <a:lnSpc>
                <a:spcPct val="100000"/>
              </a:lnSpc>
              <a:spcBef>
                <a:spcPts val="1395"/>
              </a:spcBef>
            </a:pPr>
            <a:r>
              <a:rPr sz="5000" b="1" u="sng" spc="135" dirty="0">
                <a:solidFill>
                  <a:schemeClr val="accent5"/>
                </a:solidFill>
                <a:latin typeface="Tahoma"/>
                <a:cs typeface="Tahoma"/>
              </a:rPr>
              <a:t>Random</a:t>
            </a:r>
            <a:r>
              <a:rPr sz="5000" b="1" u="sng" spc="-190" dirty="0">
                <a:solidFill>
                  <a:schemeClr val="accent5"/>
                </a:solidFill>
                <a:latin typeface="Tahoma"/>
                <a:cs typeface="Tahoma"/>
              </a:rPr>
              <a:t> </a:t>
            </a:r>
            <a:r>
              <a:rPr sz="5000" b="1" u="sng" dirty="0">
                <a:solidFill>
                  <a:schemeClr val="accent5"/>
                </a:solidFill>
                <a:latin typeface="Tahoma"/>
                <a:cs typeface="Tahoma"/>
              </a:rPr>
              <a:t>Forest</a:t>
            </a:r>
            <a:r>
              <a:rPr sz="5000" b="1" u="sng" spc="-190" dirty="0">
                <a:solidFill>
                  <a:schemeClr val="accent5"/>
                </a:solidFill>
                <a:latin typeface="Tahoma"/>
                <a:cs typeface="Tahoma"/>
              </a:rPr>
              <a:t> </a:t>
            </a:r>
            <a:r>
              <a:rPr sz="5000" b="1" u="sng" spc="-10" dirty="0">
                <a:solidFill>
                  <a:schemeClr val="accent5"/>
                </a:solidFill>
                <a:latin typeface="Tahoma"/>
                <a:cs typeface="Tahoma"/>
              </a:rPr>
              <a:t>Classifier</a:t>
            </a:r>
            <a:r>
              <a:rPr lang="en-IN" sz="5000" b="1" u="sng" spc="-10" dirty="0">
                <a:solidFill>
                  <a:schemeClr val="accent5"/>
                </a:solidFill>
                <a:latin typeface="Tahoma"/>
                <a:cs typeface="Tahoma"/>
              </a:rPr>
              <a:t> :</a:t>
            </a:r>
            <a:endParaRPr sz="5000" b="1" u="sng" dirty="0">
              <a:solidFill>
                <a:schemeClr val="accent5"/>
              </a:solidFill>
              <a:latin typeface="Tahoma"/>
              <a:cs typeface="Tahoma"/>
            </a:endParaRPr>
          </a:p>
          <a:p>
            <a:pPr marL="12700" marR="5080">
              <a:lnSpc>
                <a:spcPct val="115199"/>
              </a:lnSpc>
              <a:spcBef>
                <a:spcPts val="770"/>
              </a:spcBef>
            </a:pPr>
            <a:endParaRPr lang="en-IN" sz="2800" spc="420" dirty="0">
              <a:latin typeface="Tahoma"/>
              <a:cs typeface="Tahoma"/>
            </a:endParaRPr>
          </a:p>
          <a:p>
            <a:pPr marL="12700" marR="5080">
              <a:lnSpc>
                <a:spcPct val="115199"/>
              </a:lnSpc>
              <a:spcBef>
                <a:spcPts val="770"/>
              </a:spcBef>
            </a:pPr>
            <a:r>
              <a:rPr sz="2800" spc="420" dirty="0">
                <a:latin typeface="Tahoma"/>
                <a:cs typeface="Tahoma"/>
              </a:rPr>
              <a:t>A</a:t>
            </a:r>
            <a:r>
              <a:rPr sz="2800" spc="-165" dirty="0">
                <a:latin typeface="Tahoma"/>
                <a:cs typeface="Tahoma"/>
              </a:rPr>
              <a:t> </a:t>
            </a:r>
            <a:r>
              <a:rPr sz="2800" spc="310" dirty="0">
                <a:latin typeface="Tahoma"/>
                <a:cs typeface="Tahoma"/>
              </a:rPr>
              <a:t>random</a:t>
            </a:r>
            <a:r>
              <a:rPr sz="2800" spc="-165" dirty="0">
                <a:latin typeface="Tahoma"/>
                <a:cs typeface="Tahoma"/>
              </a:rPr>
              <a:t> </a:t>
            </a:r>
            <a:r>
              <a:rPr sz="2800" spc="145" dirty="0">
                <a:latin typeface="Tahoma"/>
                <a:cs typeface="Tahoma"/>
              </a:rPr>
              <a:t>forest</a:t>
            </a:r>
            <a:r>
              <a:rPr sz="2800" spc="-165" dirty="0">
                <a:latin typeface="Tahoma"/>
                <a:cs typeface="Tahoma"/>
              </a:rPr>
              <a:t> </a:t>
            </a:r>
            <a:r>
              <a:rPr sz="2800" spc="150" dirty="0">
                <a:latin typeface="Tahoma"/>
                <a:cs typeface="Tahoma"/>
              </a:rPr>
              <a:t>classifier</a:t>
            </a:r>
            <a:r>
              <a:rPr sz="2800" spc="-165" dirty="0">
                <a:latin typeface="Tahoma"/>
                <a:cs typeface="Tahoma"/>
              </a:rPr>
              <a:t> </a:t>
            </a:r>
            <a:r>
              <a:rPr sz="2800" spc="114" dirty="0">
                <a:latin typeface="Tahoma"/>
                <a:cs typeface="Tahoma"/>
              </a:rPr>
              <a:t>is</a:t>
            </a:r>
            <a:r>
              <a:rPr sz="2800" spc="-165" dirty="0">
                <a:latin typeface="Tahoma"/>
                <a:cs typeface="Tahoma"/>
              </a:rPr>
              <a:t> </a:t>
            </a:r>
            <a:r>
              <a:rPr sz="2800" spc="180" dirty="0">
                <a:latin typeface="Tahoma"/>
                <a:cs typeface="Tahoma"/>
              </a:rPr>
              <a:t>a</a:t>
            </a:r>
            <a:r>
              <a:rPr sz="2800" spc="-160" dirty="0">
                <a:latin typeface="Tahoma"/>
                <a:cs typeface="Tahoma"/>
              </a:rPr>
              <a:t> </a:t>
            </a:r>
            <a:r>
              <a:rPr sz="2800" spc="220" dirty="0">
                <a:latin typeface="Tahoma"/>
                <a:cs typeface="Tahoma"/>
              </a:rPr>
              <a:t>type</a:t>
            </a:r>
            <a:r>
              <a:rPr sz="2800" spc="-165" dirty="0">
                <a:latin typeface="Tahoma"/>
                <a:cs typeface="Tahoma"/>
              </a:rPr>
              <a:t> </a:t>
            </a:r>
            <a:r>
              <a:rPr sz="2800" spc="160" dirty="0">
                <a:latin typeface="Tahoma"/>
                <a:cs typeface="Tahoma"/>
              </a:rPr>
              <a:t>of</a:t>
            </a:r>
            <a:r>
              <a:rPr sz="2800" spc="-165" dirty="0">
                <a:latin typeface="Tahoma"/>
                <a:cs typeface="Tahoma"/>
              </a:rPr>
              <a:t> </a:t>
            </a:r>
            <a:r>
              <a:rPr sz="2800" spc="305" dirty="0">
                <a:latin typeface="Tahoma"/>
                <a:cs typeface="Tahoma"/>
              </a:rPr>
              <a:t>machine</a:t>
            </a:r>
            <a:r>
              <a:rPr sz="2800" spc="-165" dirty="0">
                <a:latin typeface="Tahoma"/>
                <a:cs typeface="Tahoma"/>
              </a:rPr>
              <a:t> </a:t>
            </a:r>
            <a:r>
              <a:rPr sz="2800" spc="215" dirty="0">
                <a:latin typeface="Tahoma"/>
                <a:cs typeface="Tahoma"/>
              </a:rPr>
              <a:t>learning</a:t>
            </a:r>
            <a:r>
              <a:rPr sz="2800" spc="-165" dirty="0">
                <a:latin typeface="Tahoma"/>
                <a:cs typeface="Tahoma"/>
              </a:rPr>
              <a:t> </a:t>
            </a:r>
            <a:r>
              <a:rPr sz="2800" spc="260" dirty="0">
                <a:latin typeface="Tahoma"/>
                <a:cs typeface="Tahoma"/>
              </a:rPr>
              <a:t>algorithm</a:t>
            </a:r>
            <a:r>
              <a:rPr sz="2800" spc="-165" dirty="0">
                <a:latin typeface="Tahoma"/>
                <a:cs typeface="Tahoma"/>
              </a:rPr>
              <a:t> </a:t>
            </a:r>
            <a:r>
              <a:rPr sz="2800" spc="225" dirty="0">
                <a:latin typeface="Tahoma"/>
                <a:cs typeface="Tahoma"/>
              </a:rPr>
              <a:t>used</a:t>
            </a:r>
            <a:r>
              <a:rPr sz="2800" spc="-160" dirty="0">
                <a:latin typeface="Tahoma"/>
                <a:cs typeface="Tahoma"/>
              </a:rPr>
              <a:t> </a:t>
            </a:r>
            <a:r>
              <a:rPr sz="2800" spc="114" dirty="0">
                <a:latin typeface="Tahoma"/>
                <a:cs typeface="Tahoma"/>
              </a:rPr>
              <a:t>for </a:t>
            </a:r>
            <a:r>
              <a:rPr sz="2800" spc="190" dirty="0">
                <a:latin typeface="Tahoma"/>
                <a:cs typeface="Tahoma"/>
              </a:rPr>
              <a:t>classification</a:t>
            </a:r>
            <a:r>
              <a:rPr sz="2800" spc="-170" dirty="0">
                <a:latin typeface="Tahoma"/>
                <a:cs typeface="Tahoma"/>
              </a:rPr>
              <a:t> </a:t>
            </a:r>
            <a:r>
              <a:rPr sz="2800" spc="90" dirty="0">
                <a:latin typeface="Tahoma"/>
                <a:cs typeface="Tahoma"/>
              </a:rPr>
              <a:t>tasks.</a:t>
            </a:r>
            <a:r>
              <a:rPr sz="2800" spc="-165" dirty="0">
                <a:latin typeface="Tahoma"/>
                <a:cs typeface="Tahoma"/>
              </a:rPr>
              <a:t> </a:t>
            </a:r>
            <a:r>
              <a:rPr sz="2800" dirty="0">
                <a:latin typeface="Tahoma"/>
                <a:cs typeface="Tahoma"/>
              </a:rPr>
              <a:t>It</a:t>
            </a:r>
            <a:r>
              <a:rPr sz="2800" spc="-170" dirty="0">
                <a:latin typeface="Tahoma"/>
                <a:cs typeface="Tahoma"/>
              </a:rPr>
              <a:t> </a:t>
            </a:r>
            <a:r>
              <a:rPr sz="2800" spc="290" dirty="0">
                <a:latin typeface="Tahoma"/>
                <a:cs typeface="Tahoma"/>
              </a:rPr>
              <a:t>combines</a:t>
            </a:r>
            <a:r>
              <a:rPr sz="2800" spc="-165" dirty="0">
                <a:latin typeface="Tahoma"/>
                <a:cs typeface="Tahoma"/>
              </a:rPr>
              <a:t> </a:t>
            </a:r>
            <a:r>
              <a:rPr sz="2800" spc="305" dirty="0">
                <a:latin typeface="Tahoma"/>
                <a:cs typeface="Tahoma"/>
              </a:rPr>
              <a:t>many</a:t>
            </a:r>
            <a:r>
              <a:rPr sz="2800" spc="-170" dirty="0">
                <a:latin typeface="Tahoma"/>
                <a:cs typeface="Tahoma"/>
              </a:rPr>
              <a:t> </a:t>
            </a:r>
            <a:r>
              <a:rPr sz="2800" spc="229" dirty="0">
                <a:latin typeface="Tahoma"/>
                <a:cs typeface="Tahoma"/>
              </a:rPr>
              <a:t>decision</a:t>
            </a:r>
            <a:r>
              <a:rPr sz="2800" spc="-165" dirty="0">
                <a:latin typeface="Tahoma"/>
                <a:cs typeface="Tahoma"/>
              </a:rPr>
              <a:t> </a:t>
            </a:r>
            <a:r>
              <a:rPr sz="2800" spc="150" dirty="0">
                <a:latin typeface="Tahoma"/>
                <a:cs typeface="Tahoma"/>
              </a:rPr>
              <a:t>trees</a:t>
            </a:r>
            <a:r>
              <a:rPr sz="2800" spc="-170" dirty="0">
                <a:latin typeface="Tahoma"/>
                <a:cs typeface="Tahoma"/>
              </a:rPr>
              <a:t> </a:t>
            </a:r>
            <a:r>
              <a:rPr sz="2800" spc="240" dirty="0">
                <a:latin typeface="Tahoma"/>
                <a:cs typeface="Tahoma"/>
              </a:rPr>
              <a:t>to</a:t>
            </a:r>
            <a:r>
              <a:rPr sz="2800" spc="-165" dirty="0">
                <a:latin typeface="Tahoma"/>
                <a:cs typeface="Tahoma"/>
              </a:rPr>
              <a:t> </a:t>
            </a:r>
            <a:r>
              <a:rPr sz="2800" spc="325" dirty="0">
                <a:latin typeface="Tahoma"/>
                <a:cs typeface="Tahoma"/>
              </a:rPr>
              <a:t>make</a:t>
            </a:r>
            <a:r>
              <a:rPr sz="2800" spc="-170" dirty="0">
                <a:latin typeface="Tahoma"/>
                <a:cs typeface="Tahoma"/>
              </a:rPr>
              <a:t> </a:t>
            </a:r>
            <a:r>
              <a:rPr sz="2800" spc="180" dirty="0">
                <a:latin typeface="Tahoma"/>
                <a:cs typeface="Tahoma"/>
              </a:rPr>
              <a:t>a</a:t>
            </a:r>
            <a:r>
              <a:rPr sz="2800" spc="-165" dirty="0">
                <a:latin typeface="Tahoma"/>
                <a:cs typeface="Tahoma"/>
              </a:rPr>
              <a:t> </a:t>
            </a:r>
            <a:r>
              <a:rPr sz="2800" spc="200" dirty="0">
                <a:latin typeface="Tahoma"/>
                <a:cs typeface="Tahoma"/>
              </a:rPr>
              <a:t>prediction.</a:t>
            </a:r>
            <a:r>
              <a:rPr sz="2800" spc="-170" dirty="0">
                <a:latin typeface="Tahoma"/>
                <a:cs typeface="Tahoma"/>
              </a:rPr>
              <a:t> </a:t>
            </a:r>
            <a:r>
              <a:rPr sz="2800" spc="260" dirty="0">
                <a:latin typeface="Tahoma"/>
                <a:cs typeface="Tahoma"/>
              </a:rPr>
              <a:t>Each </a:t>
            </a:r>
            <a:r>
              <a:rPr sz="2800" spc="170" dirty="0">
                <a:latin typeface="Tahoma"/>
                <a:cs typeface="Tahoma"/>
              </a:rPr>
              <a:t>tree</a:t>
            </a:r>
            <a:r>
              <a:rPr sz="2800" spc="-170" dirty="0">
                <a:latin typeface="Tahoma"/>
                <a:cs typeface="Tahoma"/>
              </a:rPr>
              <a:t> </a:t>
            </a:r>
            <a:r>
              <a:rPr sz="2800" spc="215" dirty="0">
                <a:latin typeface="Tahoma"/>
                <a:cs typeface="Tahoma"/>
              </a:rPr>
              <a:t>looks</a:t>
            </a:r>
            <a:r>
              <a:rPr sz="2800" spc="-165" dirty="0">
                <a:latin typeface="Tahoma"/>
                <a:cs typeface="Tahoma"/>
              </a:rPr>
              <a:t> </a:t>
            </a:r>
            <a:r>
              <a:rPr sz="2800" spc="200" dirty="0">
                <a:latin typeface="Tahoma"/>
                <a:cs typeface="Tahoma"/>
              </a:rPr>
              <a:t>at</a:t>
            </a:r>
            <a:r>
              <a:rPr sz="2800" spc="-165" dirty="0">
                <a:latin typeface="Tahoma"/>
                <a:cs typeface="Tahoma"/>
              </a:rPr>
              <a:t> </a:t>
            </a:r>
            <a:r>
              <a:rPr sz="2800" spc="180" dirty="0">
                <a:latin typeface="Tahoma"/>
                <a:cs typeface="Tahoma"/>
              </a:rPr>
              <a:t>a</a:t>
            </a:r>
            <a:r>
              <a:rPr sz="2800" spc="-165" dirty="0">
                <a:latin typeface="Tahoma"/>
                <a:cs typeface="Tahoma"/>
              </a:rPr>
              <a:t> </a:t>
            </a:r>
            <a:r>
              <a:rPr sz="2800" spc="310" dirty="0">
                <a:latin typeface="Tahoma"/>
                <a:cs typeface="Tahoma"/>
              </a:rPr>
              <a:t>random</a:t>
            </a:r>
            <a:r>
              <a:rPr sz="2800" spc="-165" dirty="0">
                <a:latin typeface="Tahoma"/>
                <a:cs typeface="Tahoma"/>
              </a:rPr>
              <a:t> </a:t>
            </a:r>
            <a:r>
              <a:rPr sz="2800" spc="200" dirty="0">
                <a:latin typeface="Tahoma"/>
                <a:cs typeface="Tahoma"/>
              </a:rPr>
              <a:t>subset</a:t>
            </a:r>
            <a:r>
              <a:rPr sz="2800" spc="-165" dirty="0">
                <a:latin typeface="Tahoma"/>
                <a:cs typeface="Tahoma"/>
              </a:rPr>
              <a:t> </a:t>
            </a:r>
            <a:r>
              <a:rPr sz="2800" spc="160" dirty="0">
                <a:latin typeface="Tahoma"/>
                <a:cs typeface="Tahoma"/>
              </a:rPr>
              <a:t>of</a:t>
            </a:r>
            <a:r>
              <a:rPr sz="2800" spc="-165" dirty="0">
                <a:latin typeface="Tahoma"/>
                <a:cs typeface="Tahoma"/>
              </a:rPr>
              <a:t> </a:t>
            </a:r>
            <a:r>
              <a:rPr sz="2800" spc="245" dirty="0">
                <a:latin typeface="Tahoma"/>
                <a:cs typeface="Tahoma"/>
              </a:rPr>
              <a:t>the</a:t>
            </a:r>
            <a:r>
              <a:rPr sz="2800" spc="-165" dirty="0">
                <a:latin typeface="Tahoma"/>
                <a:cs typeface="Tahoma"/>
              </a:rPr>
              <a:t> </a:t>
            </a:r>
            <a:r>
              <a:rPr sz="2800" spc="240" dirty="0">
                <a:latin typeface="Tahoma"/>
                <a:cs typeface="Tahoma"/>
              </a:rPr>
              <a:t>data</a:t>
            </a:r>
            <a:r>
              <a:rPr sz="2800" spc="-165" dirty="0">
                <a:latin typeface="Tahoma"/>
                <a:cs typeface="Tahoma"/>
              </a:rPr>
              <a:t> </a:t>
            </a:r>
            <a:r>
              <a:rPr sz="2800" spc="295" dirty="0">
                <a:latin typeface="Tahoma"/>
                <a:cs typeface="Tahoma"/>
              </a:rPr>
              <a:t>and</a:t>
            </a:r>
            <a:r>
              <a:rPr sz="2800" spc="-165" dirty="0">
                <a:latin typeface="Tahoma"/>
                <a:cs typeface="Tahoma"/>
              </a:rPr>
              <a:t> </a:t>
            </a:r>
            <a:r>
              <a:rPr sz="2800" spc="105" dirty="0">
                <a:latin typeface="Tahoma"/>
                <a:cs typeface="Tahoma"/>
              </a:rPr>
              <a:t>features,</a:t>
            </a:r>
            <a:r>
              <a:rPr sz="2800" spc="-165" dirty="0">
                <a:latin typeface="Tahoma"/>
                <a:cs typeface="Tahoma"/>
              </a:rPr>
              <a:t> </a:t>
            </a:r>
            <a:r>
              <a:rPr sz="2800" spc="325" dirty="0">
                <a:latin typeface="Tahoma"/>
                <a:cs typeface="Tahoma"/>
              </a:rPr>
              <a:t>which</a:t>
            </a:r>
            <a:r>
              <a:rPr sz="2800" spc="-165" dirty="0">
                <a:latin typeface="Tahoma"/>
                <a:cs typeface="Tahoma"/>
              </a:rPr>
              <a:t> </a:t>
            </a:r>
            <a:r>
              <a:rPr sz="2800" spc="229" dirty="0">
                <a:latin typeface="Tahoma"/>
                <a:cs typeface="Tahoma"/>
              </a:rPr>
              <a:t>helps</a:t>
            </a:r>
            <a:r>
              <a:rPr sz="2800" spc="-165" dirty="0">
                <a:latin typeface="Tahoma"/>
                <a:cs typeface="Tahoma"/>
              </a:rPr>
              <a:t> </a:t>
            </a:r>
            <a:r>
              <a:rPr sz="2800" spc="240" dirty="0">
                <a:latin typeface="Tahoma"/>
                <a:cs typeface="Tahoma"/>
              </a:rPr>
              <a:t>to</a:t>
            </a:r>
            <a:r>
              <a:rPr sz="2800" spc="-165" dirty="0">
                <a:latin typeface="Tahoma"/>
                <a:cs typeface="Tahoma"/>
              </a:rPr>
              <a:t> </a:t>
            </a:r>
            <a:r>
              <a:rPr sz="2800" spc="195" dirty="0">
                <a:latin typeface="Tahoma"/>
                <a:cs typeface="Tahoma"/>
              </a:rPr>
              <a:t>prevent </a:t>
            </a:r>
            <a:r>
              <a:rPr sz="2800" spc="145" dirty="0">
                <a:latin typeface="Tahoma"/>
                <a:cs typeface="Tahoma"/>
              </a:rPr>
              <a:t>overfitting.</a:t>
            </a:r>
            <a:r>
              <a:rPr sz="2800" spc="-165" dirty="0">
                <a:latin typeface="Tahoma"/>
                <a:cs typeface="Tahoma"/>
              </a:rPr>
              <a:t> </a:t>
            </a:r>
            <a:r>
              <a:rPr sz="2800" spc="155" dirty="0">
                <a:latin typeface="Tahoma"/>
                <a:cs typeface="Tahoma"/>
              </a:rPr>
              <a:t>The</a:t>
            </a:r>
            <a:r>
              <a:rPr sz="2800" spc="-165" dirty="0">
                <a:latin typeface="Tahoma"/>
                <a:cs typeface="Tahoma"/>
              </a:rPr>
              <a:t> </a:t>
            </a:r>
            <a:r>
              <a:rPr sz="2800" spc="185" dirty="0">
                <a:latin typeface="Tahoma"/>
                <a:cs typeface="Tahoma"/>
              </a:rPr>
              <a:t>final</a:t>
            </a:r>
            <a:r>
              <a:rPr sz="2800" spc="-160" dirty="0">
                <a:latin typeface="Tahoma"/>
                <a:cs typeface="Tahoma"/>
              </a:rPr>
              <a:t> </a:t>
            </a:r>
            <a:r>
              <a:rPr sz="2800" spc="245" dirty="0">
                <a:latin typeface="Tahoma"/>
                <a:cs typeface="Tahoma"/>
              </a:rPr>
              <a:t>prediction</a:t>
            </a:r>
            <a:r>
              <a:rPr sz="2800" spc="-165" dirty="0">
                <a:latin typeface="Tahoma"/>
                <a:cs typeface="Tahoma"/>
              </a:rPr>
              <a:t> </a:t>
            </a:r>
            <a:r>
              <a:rPr sz="2800" spc="114" dirty="0">
                <a:latin typeface="Tahoma"/>
                <a:cs typeface="Tahoma"/>
              </a:rPr>
              <a:t>is</a:t>
            </a:r>
            <a:r>
              <a:rPr sz="2800" spc="-160" dirty="0">
                <a:latin typeface="Tahoma"/>
                <a:cs typeface="Tahoma"/>
              </a:rPr>
              <a:t> </a:t>
            </a:r>
            <a:r>
              <a:rPr sz="2800" spc="240" dirty="0">
                <a:latin typeface="Tahoma"/>
                <a:cs typeface="Tahoma"/>
              </a:rPr>
              <a:t>based</a:t>
            </a:r>
            <a:r>
              <a:rPr sz="2800" spc="-165" dirty="0">
                <a:latin typeface="Tahoma"/>
                <a:cs typeface="Tahoma"/>
              </a:rPr>
              <a:t> </a:t>
            </a:r>
            <a:r>
              <a:rPr sz="2800" spc="285" dirty="0">
                <a:latin typeface="Tahoma"/>
                <a:cs typeface="Tahoma"/>
              </a:rPr>
              <a:t>on</a:t>
            </a:r>
            <a:r>
              <a:rPr sz="2800" spc="-160" dirty="0">
                <a:latin typeface="Tahoma"/>
                <a:cs typeface="Tahoma"/>
              </a:rPr>
              <a:t> </a:t>
            </a:r>
            <a:r>
              <a:rPr sz="2800" spc="245" dirty="0">
                <a:latin typeface="Tahoma"/>
                <a:cs typeface="Tahoma"/>
              </a:rPr>
              <a:t>the</a:t>
            </a:r>
            <a:r>
              <a:rPr sz="2800" spc="-165" dirty="0">
                <a:latin typeface="Tahoma"/>
                <a:cs typeface="Tahoma"/>
              </a:rPr>
              <a:t> </a:t>
            </a:r>
            <a:r>
              <a:rPr sz="2800" spc="295" dirty="0">
                <a:latin typeface="Tahoma"/>
                <a:cs typeface="Tahoma"/>
              </a:rPr>
              <a:t>most</a:t>
            </a:r>
            <a:r>
              <a:rPr sz="2800" spc="-160" dirty="0">
                <a:latin typeface="Tahoma"/>
                <a:cs typeface="Tahoma"/>
              </a:rPr>
              <a:t> </a:t>
            </a:r>
            <a:r>
              <a:rPr sz="2800" spc="340" dirty="0">
                <a:latin typeface="Tahoma"/>
                <a:cs typeface="Tahoma"/>
              </a:rPr>
              <a:t>commonly</a:t>
            </a:r>
            <a:r>
              <a:rPr sz="2800" spc="-165" dirty="0">
                <a:latin typeface="Tahoma"/>
                <a:cs typeface="Tahoma"/>
              </a:rPr>
              <a:t> </a:t>
            </a:r>
            <a:r>
              <a:rPr sz="2800" spc="254" dirty="0">
                <a:latin typeface="Tahoma"/>
                <a:cs typeface="Tahoma"/>
              </a:rPr>
              <a:t>predicted</a:t>
            </a:r>
            <a:r>
              <a:rPr sz="2800" spc="-160" dirty="0">
                <a:latin typeface="Tahoma"/>
                <a:cs typeface="Tahoma"/>
              </a:rPr>
              <a:t> </a:t>
            </a:r>
            <a:r>
              <a:rPr sz="2800" spc="155" dirty="0">
                <a:latin typeface="Tahoma"/>
                <a:cs typeface="Tahoma"/>
              </a:rPr>
              <a:t>class </a:t>
            </a:r>
            <a:r>
              <a:rPr sz="2800" spc="240" dirty="0">
                <a:latin typeface="Tahoma"/>
                <a:cs typeface="Tahoma"/>
              </a:rPr>
              <a:t>by</a:t>
            </a:r>
            <a:r>
              <a:rPr sz="2800" spc="-165" dirty="0">
                <a:latin typeface="Tahoma"/>
                <a:cs typeface="Tahoma"/>
              </a:rPr>
              <a:t> </a:t>
            </a:r>
            <a:r>
              <a:rPr sz="2800" spc="195" dirty="0">
                <a:latin typeface="Tahoma"/>
                <a:cs typeface="Tahoma"/>
              </a:rPr>
              <a:t>all</a:t>
            </a:r>
            <a:r>
              <a:rPr sz="2800" spc="-160" dirty="0">
                <a:latin typeface="Tahoma"/>
                <a:cs typeface="Tahoma"/>
              </a:rPr>
              <a:t> </a:t>
            </a:r>
            <a:r>
              <a:rPr sz="2800" spc="245" dirty="0">
                <a:latin typeface="Tahoma"/>
                <a:cs typeface="Tahoma"/>
              </a:rPr>
              <a:t>the</a:t>
            </a:r>
            <a:r>
              <a:rPr sz="2800" spc="-160" dirty="0">
                <a:latin typeface="Tahoma"/>
                <a:cs typeface="Tahoma"/>
              </a:rPr>
              <a:t> </a:t>
            </a:r>
            <a:r>
              <a:rPr sz="2800" spc="75" dirty="0">
                <a:latin typeface="Tahoma"/>
                <a:cs typeface="Tahoma"/>
              </a:rPr>
              <a:t>trees.</a:t>
            </a:r>
            <a:r>
              <a:rPr sz="2800" spc="-165" dirty="0">
                <a:latin typeface="Tahoma"/>
                <a:cs typeface="Tahoma"/>
              </a:rPr>
              <a:t> </a:t>
            </a:r>
            <a:r>
              <a:rPr sz="2800" spc="345" dirty="0">
                <a:latin typeface="Tahoma"/>
                <a:cs typeface="Tahoma"/>
              </a:rPr>
              <a:t>Random</a:t>
            </a:r>
            <a:r>
              <a:rPr sz="2800" spc="-160" dirty="0">
                <a:latin typeface="Tahoma"/>
                <a:cs typeface="Tahoma"/>
              </a:rPr>
              <a:t> </a:t>
            </a:r>
            <a:r>
              <a:rPr sz="2800" spc="145" dirty="0">
                <a:latin typeface="Tahoma"/>
                <a:cs typeface="Tahoma"/>
              </a:rPr>
              <a:t>forest</a:t>
            </a:r>
            <a:r>
              <a:rPr sz="2800" spc="-160" dirty="0">
                <a:latin typeface="Tahoma"/>
                <a:cs typeface="Tahoma"/>
              </a:rPr>
              <a:t> </a:t>
            </a:r>
            <a:r>
              <a:rPr sz="2800" spc="140" dirty="0">
                <a:latin typeface="Tahoma"/>
                <a:cs typeface="Tahoma"/>
              </a:rPr>
              <a:t>classifiers</a:t>
            </a:r>
            <a:r>
              <a:rPr sz="2800" spc="-165" dirty="0">
                <a:latin typeface="Tahoma"/>
                <a:cs typeface="Tahoma"/>
              </a:rPr>
              <a:t> </a:t>
            </a:r>
            <a:r>
              <a:rPr sz="2800" spc="150" dirty="0">
                <a:latin typeface="Tahoma"/>
                <a:cs typeface="Tahoma"/>
              </a:rPr>
              <a:t>are</a:t>
            </a:r>
            <a:r>
              <a:rPr sz="2800" spc="-160" dirty="0">
                <a:latin typeface="Tahoma"/>
                <a:cs typeface="Tahoma"/>
              </a:rPr>
              <a:t> </a:t>
            </a:r>
            <a:r>
              <a:rPr sz="2800" spc="220" dirty="0">
                <a:latin typeface="Tahoma"/>
                <a:cs typeface="Tahoma"/>
              </a:rPr>
              <a:t>accurate</a:t>
            </a:r>
            <a:r>
              <a:rPr sz="2800" spc="-160" dirty="0">
                <a:latin typeface="Tahoma"/>
                <a:cs typeface="Tahoma"/>
              </a:rPr>
              <a:t> </a:t>
            </a:r>
            <a:r>
              <a:rPr sz="2800" spc="295" dirty="0">
                <a:latin typeface="Tahoma"/>
                <a:cs typeface="Tahoma"/>
              </a:rPr>
              <a:t>and</a:t>
            </a:r>
            <a:r>
              <a:rPr sz="2800" spc="-165" dirty="0">
                <a:latin typeface="Tahoma"/>
                <a:cs typeface="Tahoma"/>
              </a:rPr>
              <a:t> </a:t>
            </a:r>
            <a:r>
              <a:rPr sz="2800" spc="270" dirty="0">
                <a:latin typeface="Tahoma"/>
                <a:cs typeface="Tahoma"/>
              </a:rPr>
              <a:t>can</a:t>
            </a:r>
            <a:r>
              <a:rPr sz="2800" spc="-160" dirty="0">
                <a:latin typeface="Tahoma"/>
                <a:cs typeface="Tahoma"/>
              </a:rPr>
              <a:t> </a:t>
            </a:r>
            <a:r>
              <a:rPr sz="2800" spc="265" dirty="0">
                <a:latin typeface="Tahoma"/>
                <a:cs typeface="Tahoma"/>
              </a:rPr>
              <a:t>handle</a:t>
            </a:r>
            <a:r>
              <a:rPr sz="2800" spc="-160" dirty="0">
                <a:latin typeface="Tahoma"/>
                <a:cs typeface="Tahoma"/>
              </a:rPr>
              <a:t> </a:t>
            </a:r>
            <a:r>
              <a:rPr sz="2800" spc="185" dirty="0">
                <a:latin typeface="Tahoma"/>
                <a:cs typeface="Tahoma"/>
              </a:rPr>
              <a:t>large</a:t>
            </a:r>
            <a:r>
              <a:rPr sz="2800" spc="-165" dirty="0">
                <a:latin typeface="Tahoma"/>
                <a:cs typeface="Tahoma"/>
              </a:rPr>
              <a:t> </a:t>
            </a:r>
            <a:r>
              <a:rPr sz="2800" spc="270" dirty="0">
                <a:latin typeface="Tahoma"/>
                <a:cs typeface="Tahoma"/>
              </a:rPr>
              <a:t>and </a:t>
            </a:r>
            <a:r>
              <a:rPr sz="2800" spc="305" dirty="0">
                <a:latin typeface="Tahoma"/>
                <a:cs typeface="Tahoma"/>
              </a:rPr>
              <a:t>complex</a:t>
            </a:r>
            <a:r>
              <a:rPr sz="2800" spc="-155" dirty="0">
                <a:latin typeface="Tahoma"/>
                <a:cs typeface="Tahoma"/>
              </a:rPr>
              <a:t> </a:t>
            </a:r>
            <a:r>
              <a:rPr sz="2800" spc="125" dirty="0">
                <a:latin typeface="Tahoma"/>
                <a:cs typeface="Tahoma"/>
              </a:rPr>
              <a:t>datasets.</a:t>
            </a:r>
            <a:endParaRPr lang="en-IN" sz="2800" spc="125" dirty="0">
              <a:latin typeface="Tahoma"/>
              <a:cs typeface="Tahoma"/>
            </a:endParaRPr>
          </a:p>
          <a:p>
            <a:pPr marL="457200" indent="-457200">
              <a:buFont typeface="Arial" panose="020B0604020202020204" pitchFamily="34" charset="0"/>
              <a:buChar char="•"/>
            </a:pPr>
            <a:r>
              <a:rPr lang="en-US" sz="3200" b="1" i="1" dirty="0">
                <a:solidFill>
                  <a:schemeClr val="tx1"/>
                </a:solidFill>
              </a:rPr>
              <a:t>Key Concepts :</a:t>
            </a:r>
          </a:p>
          <a:p>
            <a:r>
              <a:rPr lang="en-US" sz="2800" b="1" u="sng" dirty="0">
                <a:solidFill>
                  <a:srgbClr val="FF0000"/>
                </a:solidFill>
              </a:rPr>
              <a:t>Ensemble Learning</a:t>
            </a:r>
            <a:r>
              <a:rPr lang="en-US" sz="2800" u="sng" dirty="0">
                <a:solidFill>
                  <a:srgbClr val="FF0000"/>
                </a:solidFill>
              </a:rPr>
              <a:t>:</a:t>
            </a:r>
          </a:p>
          <a:p>
            <a:pPr lvl="1"/>
            <a:r>
              <a:rPr lang="en-US" sz="2800" dirty="0"/>
              <a:t>Combines predictions from multiple models to improve accuracy and robustness.</a:t>
            </a:r>
          </a:p>
          <a:p>
            <a:pPr lvl="1"/>
            <a:endParaRPr lang="en-US" sz="2800" dirty="0"/>
          </a:p>
          <a:p>
            <a:pPr lvl="1"/>
            <a:endParaRPr lang="en-US" sz="2800" dirty="0"/>
          </a:p>
          <a:p>
            <a:pPr lvl="1"/>
            <a:endParaRPr lang="en-US" sz="2800" dirty="0"/>
          </a:p>
          <a:p>
            <a:pPr marL="12700" marR="5080">
              <a:lnSpc>
                <a:spcPct val="115199"/>
              </a:lnSpc>
              <a:spcBef>
                <a:spcPts val="770"/>
              </a:spcBef>
            </a:pPr>
            <a:endParaRPr lang="en-IN" sz="2800" spc="125" dirty="0">
              <a:latin typeface="Tahoma"/>
              <a:cs typeface="Tahoma"/>
            </a:endParaRPr>
          </a:p>
          <a:p>
            <a:pPr marL="12700" marR="5080">
              <a:lnSpc>
                <a:spcPct val="115199"/>
              </a:lnSpc>
              <a:spcBef>
                <a:spcPts val="770"/>
              </a:spcBef>
            </a:pPr>
            <a:endParaRPr sz="3200" dirty="0">
              <a:latin typeface="Tahoma"/>
              <a:cs typeface="Tahoma"/>
            </a:endParaRPr>
          </a:p>
        </p:txBody>
      </p:sp>
      <p:sp>
        <p:nvSpPr>
          <p:cNvPr id="6" name="Title 5"/>
          <p:cNvSpPr>
            <a:spLocks noGrp="1"/>
          </p:cNvSpPr>
          <p:nvPr>
            <p:ph type="title"/>
          </p:nvPr>
        </p:nvSpPr>
        <p:spPr>
          <a:xfrm flipV="1">
            <a:off x="7239000" y="-1562100"/>
            <a:ext cx="127000" cy="319151"/>
          </a:xfrm>
        </p:spPr>
        <p:txBody>
          <a:bodyPr>
            <a:normAutofit fontScale="90000"/>
          </a:bodyPr>
          <a:lstStyle/>
          <a:p>
            <a:endParaRPr lang="en-IN" dirty="0"/>
          </a:p>
        </p:txBody>
      </p:sp>
      <p:sp>
        <p:nvSpPr>
          <p:cNvPr id="12" name="Rectangle 6"/>
          <p:cNvSpPr>
            <a:spLocks noChangeArrowheads="1"/>
          </p:cNvSpPr>
          <p:nvPr/>
        </p:nvSpPr>
        <p:spPr bwMode="auto">
          <a:xfrm>
            <a:off x="609600" y="6210300"/>
            <a:ext cx="16764000" cy="3385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l" rtl="0" eaLnBrk="0" fontAlgn="base" hangingPunct="0">
              <a:spcBef>
                <a:spcPct val="0"/>
              </a:spcBef>
              <a:spcAft>
                <a:spcPct val="0"/>
              </a:spcAft>
            </a:pPr>
            <a:r>
              <a:rPr lang="en-US" sz="2800" b="1" u="sng" dirty="0">
                <a:solidFill>
                  <a:srgbClr val="FF0000"/>
                </a:solidFill>
                <a:latin typeface="Arial" panose="020B0604020202020204" pitchFamily="34" charset="0"/>
              </a:rPr>
              <a:t>De</a:t>
            </a:r>
            <a:r>
              <a:rPr kumimoji="0" lang="en-US" sz="2800" b="1" i="0" u="sng" strike="noStrike" cap="none" normalizeH="0" baseline="0" dirty="0">
                <a:ln>
                  <a:noFill/>
                </a:ln>
                <a:solidFill>
                  <a:srgbClr val="FF0000"/>
                </a:solidFill>
                <a:effectLst/>
                <a:latin typeface="Arial" panose="020B0604020202020204" pitchFamily="34" charset="0"/>
              </a:rPr>
              <a:t>cision Trees</a:t>
            </a:r>
            <a:r>
              <a:rPr kumimoji="0" lang="en-US" sz="2800" b="0" i="0" u="sng" strike="noStrike" cap="none" normalizeH="0" baseline="0" dirty="0">
                <a:ln>
                  <a:noFill/>
                </a:ln>
                <a:solidFill>
                  <a:srgbClr val="FF0000"/>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sz="2800" b="0" i="0" u="none" strike="noStrike" cap="none" normalizeH="0" baseline="0" dirty="0">
                <a:ln>
                  <a:noFill/>
                </a:ln>
                <a:solidFill>
                  <a:schemeClr val="tx1"/>
                </a:solidFill>
                <a:effectLst/>
                <a:latin typeface="Arial" panose="020B0604020202020204" pitchFamily="34" charset="0"/>
              </a:rPr>
              <a:t>Base models in a Random Forest. Each tree is trained on a random subset of the data and features.</a:t>
            </a:r>
          </a:p>
          <a:p>
            <a:pPr marL="0" marR="0" lvl="0" indent="0" algn="l" defTabSz="914400" rtl="0" eaLnBrk="0" fontAlgn="base" latinLnBrk="0" hangingPunct="0">
              <a:lnSpc>
                <a:spcPct val="100000"/>
              </a:lnSpc>
              <a:spcBef>
                <a:spcPct val="0"/>
              </a:spcBef>
              <a:spcAft>
                <a:spcPct val="0"/>
              </a:spcAft>
              <a:buClrTx/>
              <a:buSzTx/>
              <a:tabLst/>
            </a:pPr>
            <a:r>
              <a:rPr kumimoji="0" lang="en-US" sz="2800" b="1" i="0" u="sng" strike="noStrike" cap="none" normalizeH="0" baseline="0" dirty="0">
                <a:ln>
                  <a:noFill/>
                </a:ln>
                <a:solidFill>
                  <a:srgbClr val="FF0000"/>
                </a:solidFill>
                <a:effectLst/>
                <a:latin typeface="Arial" panose="020B0604020202020204" pitchFamily="34" charset="0"/>
              </a:rPr>
              <a:t>Bagging (Bootstrap Aggregating)</a:t>
            </a:r>
            <a:r>
              <a:rPr kumimoji="0" lang="en-US" sz="2800" b="0" i="0" u="sng" strike="noStrike" cap="none" normalizeH="0" baseline="0" dirty="0">
                <a:ln>
                  <a:noFill/>
                </a:ln>
                <a:solidFill>
                  <a:srgbClr val="FF0000"/>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sz="2800" b="0" i="0" u="none" strike="noStrike" cap="none" normalizeH="0" baseline="0" dirty="0">
                <a:ln>
                  <a:noFill/>
                </a:ln>
                <a:solidFill>
                  <a:schemeClr val="tx1"/>
                </a:solidFill>
                <a:effectLst/>
                <a:latin typeface="Arial" panose="020B0604020202020204" pitchFamily="34" charset="0"/>
              </a:rPr>
              <a:t>Random samples of the training data are drawn with replacement to create diverse trees, reducing </a:t>
            </a:r>
            <a:r>
              <a:rPr kumimoji="0" lang="en-US" sz="2800" b="0" i="0" u="none" strike="noStrike" cap="none" normalizeH="0" baseline="0" dirty="0" err="1">
                <a:ln>
                  <a:noFill/>
                </a:ln>
                <a:solidFill>
                  <a:schemeClr val="tx1"/>
                </a:solidFill>
                <a:effectLst/>
                <a:latin typeface="Arial" panose="020B0604020202020204" pitchFamily="34" charset="0"/>
              </a:rPr>
              <a:t>overfitting</a:t>
            </a:r>
            <a:r>
              <a:rPr kumimoji="0" lang="en-US" sz="2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sz="2800" b="1" i="0" u="sng" strike="noStrike" cap="none" normalizeH="0" baseline="0" dirty="0">
                <a:ln>
                  <a:noFill/>
                </a:ln>
                <a:solidFill>
                  <a:srgbClr val="FF0000"/>
                </a:solidFill>
                <a:effectLst/>
                <a:latin typeface="Arial" panose="020B0604020202020204" pitchFamily="34" charset="0"/>
              </a:rPr>
              <a:t>Feature Randomness</a:t>
            </a:r>
            <a:r>
              <a:rPr kumimoji="0" lang="en-US" sz="2800" b="0" i="0" u="sng" strike="noStrike" cap="none" normalizeH="0" baseline="0" dirty="0">
                <a:ln>
                  <a:noFill/>
                </a:ln>
                <a:solidFill>
                  <a:srgbClr val="FF0000"/>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sz="2800" b="0" i="0" u="none" strike="noStrike" cap="none" normalizeH="0" baseline="0" dirty="0">
                <a:ln>
                  <a:noFill/>
                </a:ln>
                <a:solidFill>
                  <a:schemeClr val="tx1"/>
                </a:solidFill>
                <a:effectLst/>
                <a:latin typeface="Arial" panose="020B0604020202020204" pitchFamily="34" charset="0"/>
              </a:rPr>
              <a:t>At each split in the tree, a random subset of features is considered, enhancing diversity among the trees.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028700"/>
            <a:ext cx="14752548" cy="769441"/>
          </a:xfrm>
        </p:spPr>
        <p:txBody>
          <a:bodyPr>
            <a:normAutofit fontScale="90000"/>
          </a:bodyPr>
          <a:lstStyle/>
          <a:p>
            <a:pPr marL="12700">
              <a:lnSpc>
                <a:spcPts val="5965"/>
              </a:lnSpc>
              <a:spcBef>
                <a:spcPts val="100"/>
              </a:spcBef>
            </a:pPr>
            <a:r>
              <a:rPr lang="en-US" sz="5400" b="1" u="sng" spc="50" dirty="0">
                <a:solidFill>
                  <a:schemeClr val="accent5"/>
                </a:solidFill>
              </a:rPr>
              <a:t>Gradient</a:t>
            </a:r>
            <a:r>
              <a:rPr lang="en-US" sz="5400" b="1" u="sng" spc="-285" dirty="0">
                <a:solidFill>
                  <a:schemeClr val="accent5"/>
                </a:solidFill>
              </a:rPr>
              <a:t> </a:t>
            </a:r>
            <a:r>
              <a:rPr lang="en-US" sz="5400" b="1" u="sng" spc="140" dirty="0">
                <a:solidFill>
                  <a:schemeClr val="accent5"/>
                </a:solidFill>
              </a:rPr>
              <a:t>Bound</a:t>
            </a:r>
            <a:r>
              <a:rPr lang="en-US" sz="5400" b="1" u="sng" spc="-280" dirty="0">
                <a:solidFill>
                  <a:schemeClr val="accent5"/>
                </a:solidFill>
              </a:rPr>
              <a:t> </a:t>
            </a:r>
            <a:r>
              <a:rPr lang="en-US" sz="5400" b="1" u="sng" spc="-10" dirty="0">
                <a:solidFill>
                  <a:schemeClr val="accent5"/>
                </a:solidFill>
              </a:rPr>
              <a:t>Classifier :</a:t>
            </a:r>
            <a:endParaRPr lang="en-US" sz="5400" b="1" u="sng" dirty="0">
              <a:solidFill>
                <a:schemeClr val="accent5"/>
              </a:solidFill>
            </a:endParaRPr>
          </a:p>
        </p:txBody>
      </p:sp>
      <p:sp>
        <p:nvSpPr>
          <p:cNvPr id="3" name="Text Placeholder 2"/>
          <p:cNvSpPr>
            <a:spLocks noGrp="1"/>
          </p:cNvSpPr>
          <p:nvPr>
            <p:ph idx="1"/>
          </p:nvPr>
        </p:nvSpPr>
        <p:spPr>
          <a:xfrm>
            <a:off x="457200" y="1562100"/>
            <a:ext cx="15407640" cy="7848600"/>
          </a:xfrm>
        </p:spPr>
        <p:txBody>
          <a:bodyPr>
            <a:normAutofit fontScale="92500"/>
          </a:bodyPr>
          <a:lstStyle/>
          <a:p>
            <a:pPr marL="12700" marR="285750">
              <a:lnSpc>
                <a:spcPct val="115199"/>
              </a:lnSpc>
              <a:spcBef>
                <a:spcPts val="5"/>
              </a:spcBef>
            </a:pPr>
            <a:endParaRPr lang="en-US" sz="2800" spc="-434" dirty="0"/>
          </a:p>
          <a:p>
            <a:pPr marL="12700">
              <a:lnSpc>
                <a:spcPts val="3804"/>
              </a:lnSpc>
            </a:pPr>
            <a:r>
              <a:rPr lang="en-US" sz="2800" spc="420" dirty="0"/>
              <a:t>A</a:t>
            </a:r>
            <a:r>
              <a:rPr lang="en-US" sz="2800" spc="-170" dirty="0"/>
              <a:t> </a:t>
            </a:r>
            <a:r>
              <a:rPr lang="en-US" sz="2800" spc="225" dirty="0"/>
              <a:t>gradient</a:t>
            </a:r>
            <a:r>
              <a:rPr lang="en-US" sz="2800" spc="-165" dirty="0"/>
              <a:t> </a:t>
            </a:r>
            <a:r>
              <a:rPr lang="en-US" sz="2800" spc="325" dirty="0"/>
              <a:t>bound</a:t>
            </a:r>
            <a:r>
              <a:rPr lang="en-US" sz="2800" spc="-165" dirty="0"/>
              <a:t> </a:t>
            </a:r>
            <a:r>
              <a:rPr lang="en-US" sz="2800" spc="150" dirty="0"/>
              <a:t>classifier</a:t>
            </a:r>
            <a:r>
              <a:rPr lang="en-US" sz="2800" spc="-170" dirty="0"/>
              <a:t> </a:t>
            </a:r>
            <a:r>
              <a:rPr lang="en-US" sz="2800" spc="114" dirty="0"/>
              <a:t>is</a:t>
            </a:r>
            <a:r>
              <a:rPr lang="en-US" sz="2800" spc="-165" dirty="0"/>
              <a:t> </a:t>
            </a:r>
            <a:r>
              <a:rPr lang="en-US" sz="2800" spc="180" dirty="0"/>
              <a:t>a</a:t>
            </a:r>
            <a:r>
              <a:rPr lang="en-US" sz="2800" spc="-165" dirty="0"/>
              <a:t> </a:t>
            </a:r>
            <a:r>
              <a:rPr lang="en-US" sz="2800" spc="220" dirty="0"/>
              <a:t>type</a:t>
            </a:r>
            <a:r>
              <a:rPr lang="en-US" sz="2800" spc="-170" dirty="0"/>
              <a:t> </a:t>
            </a:r>
            <a:r>
              <a:rPr lang="en-US" sz="2800" spc="160" dirty="0"/>
              <a:t>of</a:t>
            </a:r>
            <a:r>
              <a:rPr lang="en-US" sz="2800" spc="-165" dirty="0"/>
              <a:t> </a:t>
            </a:r>
            <a:r>
              <a:rPr lang="en-US" sz="2800" spc="305" dirty="0"/>
              <a:t>machine</a:t>
            </a:r>
            <a:r>
              <a:rPr lang="en-US" sz="2800" spc="-165" dirty="0"/>
              <a:t> </a:t>
            </a:r>
            <a:r>
              <a:rPr lang="en-US" sz="2800" spc="215" dirty="0"/>
              <a:t>learning</a:t>
            </a:r>
            <a:r>
              <a:rPr lang="en-US" sz="2800" spc="-165" dirty="0"/>
              <a:t> </a:t>
            </a:r>
            <a:r>
              <a:rPr lang="en-US" sz="2800" spc="260" dirty="0"/>
              <a:t>algorithm</a:t>
            </a:r>
            <a:r>
              <a:rPr lang="en-US" sz="2800" spc="-170" dirty="0"/>
              <a:t> </a:t>
            </a:r>
            <a:r>
              <a:rPr lang="en-US" sz="2800" spc="225" dirty="0"/>
              <a:t>used</a:t>
            </a:r>
            <a:r>
              <a:rPr lang="en-US" sz="2800" spc="-165" dirty="0"/>
              <a:t> </a:t>
            </a:r>
            <a:r>
              <a:rPr lang="en-US" sz="2800" spc="114" dirty="0"/>
              <a:t>for</a:t>
            </a:r>
            <a:endParaRPr lang="en-US" sz="2800" dirty="0"/>
          </a:p>
          <a:p>
            <a:pPr marL="12700" marR="205740">
              <a:lnSpc>
                <a:spcPct val="115199"/>
              </a:lnSpc>
            </a:pPr>
            <a:r>
              <a:rPr lang="en-US" sz="2800" spc="190" dirty="0"/>
              <a:t>classification</a:t>
            </a:r>
            <a:r>
              <a:rPr lang="en-US" sz="2800" spc="-165" dirty="0"/>
              <a:t> </a:t>
            </a:r>
            <a:r>
              <a:rPr lang="en-US" sz="2800" spc="90" dirty="0"/>
              <a:t>tasks.</a:t>
            </a:r>
            <a:r>
              <a:rPr lang="en-US" sz="2800" spc="-165" dirty="0"/>
              <a:t> </a:t>
            </a:r>
            <a:r>
              <a:rPr lang="en-US" sz="2800" dirty="0"/>
              <a:t>It</a:t>
            </a:r>
            <a:r>
              <a:rPr lang="en-US" sz="2800" spc="-160" dirty="0"/>
              <a:t> </a:t>
            </a:r>
            <a:r>
              <a:rPr lang="en-US" sz="2800" spc="240" dirty="0"/>
              <a:t>updates</a:t>
            </a:r>
            <a:r>
              <a:rPr lang="en-US" sz="2800" spc="-165" dirty="0"/>
              <a:t> </a:t>
            </a:r>
            <a:r>
              <a:rPr lang="en-US" sz="2800" spc="180" dirty="0"/>
              <a:t>a</a:t>
            </a:r>
            <a:r>
              <a:rPr lang="en-US" sz="2800" spc="-165" dirty="0"/>
              <a:t> </a:t>
            </a:r>
            <a:r>
              <a:rPr lang="en-US" sz="2800" spc="155" dirty="0"/>
              <a:t>set</a:t>
            </a:r>
            <a:r>
              <a:rPr lang="en-US" sz="2800" spc="-160" dirty="0"/>
              <a:t> </a:t>
            </a:r>
            <a:r>
              <a:rPr lang="en-US" sz="2800" spc="160" dirty="0"/>
              <a:t>of</a:t>
            </a:r>
            <a:r>
              <a:rPr lang="en-US" sz="2800" spc="-165" dirty="0"/>
              <a:t> </a:t>
            </a:r>
            <a:r>
              <a:rPr lang="en-US" sz="2800" spc="240" dirty="0"/>
              <a:t>weights</a:t>
            </a:r>
            <a:r>
              <a:rPr lang="en-US" sz="2800" spc="-165" dirty="0"/>
              <a:t> </a:t>
            </a:r>
            <a:r>
              <a:rPr lang="en-US" sz="2800" spc="240" dirty="0"/>
              <a:t>to</a:t>
            </a:r>
            <a:r>
              <a:rPr lang="en-US" sz="2800" spc="-160" dirty="0"/>
              <a:t> </a:t>
            </a:r>
            <a:r>
              <a:rPr lang="en-US" sz="2800" spc="315" dirty="0"/>
              <a:t>minimize</a:t>
            </a:r>
            <a:r>
              <a:rPr lang="en-US" sz="2800" spc="-165" dirty="0"/>
              <a:t> </a:t>
            </a:r>
            <a:r>
              <a:rPr lang="en-US" sz="2800" spc="245" dirty="0"/>
              <a:t>the</a:t>
            </a:r>
            <a:r>
              <a:rPr lang="en-US" sz="2800" spc="-165" dirty="0"/>
              <a:t> </a:t>
            </a:r>
            <a:r>
              <a:rPr lang="en-US" sz="2800" spc="185" dirty="0"/>
              <a:t>difference </a:t>
            </a:r>
            <a:r>
              <a:rPr lang="en-US" sz="2800" spc="275" dirty="0"/>
              <a:t>between</a:t>
            </a:r>
            <a:r>
              <a:rPr lang="en-US" sz="2800" spc="-170" dirty="0"/>
              <a:t> </a:t>
            </a:r>
            <a:r>
              <a:rPr lang="en-US" sz="2800" spc="254" dirty="0"/>
              <a:t>predicted</a:t>
            </a:r>
            <a:r>
              <a:rPr lang="en-US" sz="2800" spc="-165" dirty="0"/>
              <a:t> </a:t>
            </a:r>
            <a:r>
              <a:rPr lang="en-US" sz="2800" spc="295" dirty="0"/>
              <a:t>and</a:t>
            </a:r>
            <a:r>
              <a:rPr lang="en-US" sz="2800" spc="-165" dirty="0"/>
              <a:t> </a:t>
            </a:r>
            <a:r>
              <a:rPr lang="en-US" sz="2800" spc="229" dirty="0"/>
              <a:t>actual</a:t>
            </a:r>
            <a:r>
              <a:rPr lang="en-US" sz="2800" spc="-165" dirty="0"/>
              <a:t> </a:t>
            </a:r>
            <a:r>
              <a:rPr lang="en-US" sz="2800" spc="215" dirty="0"/>
              <a:t>outcomes.</a:t>
            </a:r>
            <a:r>
              <a:rPr lang="en-US" sz="2800" spc="-165" dirty="0"/>
              <a:t> </a:t>
            </a:r>
            <a:r>
              <a:rPr lang="en-US" sz="2800" spc="155" dirty="0"/>
              <a:t>The</a:t>
            </a:r>
            <a:r>
              <a:rPr lang="en-US" sz="2800" spc="-165" dirty="0"/>
              <a:t> </a:t>
            </a:r>
            <a:r>
              <a:rPr lang="en-US" sz="2800" spc="185" dirty="0"/>
              <a:t>"gradient</a:t>
            </a:r>
            <a:r>
              <a:rPr lang="en-US" sz="2800" spc="-165" dirty="0"/>
              <a:t> </a:t>
            </a:r>
            <a:r>
              <a:rPr lang="en-US" sz="2800" spc="245" dirty="0"/>
              <a:t>bound"</a:t>
            </a:r>
            <a:r>
              <a:rPr lang="en-US" sz="2800" spc="-165" dirty="0"/>
              <a:t> </a:t>
            </a:r>
            <a:r>
              <a:rPr lang="en-US" sz="2800" spc="285" dirty="0"/>
              <a:t>term</a:t>
            </a:r>
            <a:r>
              <a:rPr lang="en-US" sz="2800" spc="-165" dirty="0"/>
              <a:t> </a:t>
            </a:r>
            <a:r>
              <a:rPr lang="en-US" sz="2800" spc="275" dirty="0"/>
              <a:t>means</a:t>
            </a:r>
            <a:r>
              <a:rPr lang="en-US" sz="2800" spc="-165" dirty="0"/>
              <a:t> </a:t>
            </a:r>
            <a:r>
              <a:rPr lang="en-US" sz="2800" spc="170" dirty="0"/>
              <a:t>it </a:t>
            </a:r>
            <a:r>
              <a:rPr lang="en-US" sz="2800" spc="195" dirty="0"/>
              <a:t>has</a:t>
            </a:r>
            <a:r>
              <a:rPr lang="en-US" sz="2800" spc="-170" dirty="0"/>
              <a:t> </a:t>
            </a:r>
            <a:r>
              <a:rPr lang="en-US" sz="2800" spc="180" dirty="0"/>
              <a:t>a</a:t>
            </a:r>
            <a:r>
              <a:rPr lang="en-US" sz="2800" spc="-165" dirty="0"/>
              <a:t> </a:t>
            </a:r>
            <a:r>
              <a:rPr lang="en-US" sz="2800" spc="215" dirty="0"/>
              <a:t>constraint</a:t>
            </a:r>
            <a:r>
              <a:rPr lang="en-US" sz="2800" spc="-170" dirty="0"/>
              <a:t> </a:t>
            </a:r>
            <a:r>
              <a:rPr lang="en-US" sz="2800" spc="240" dirty="0"/>
              <a:t>that</a:t>
            </a:r>
            <a:r>
              <a:rPr lang="en-US" sz="2800" spc="-170" dirty="0"/>
              <a:t> </a:t>
            </a:r>
            <a:r>
              <a:rPr lang="en-US" sz="2800" spc="190" dirty="0"/>
              <a:t>prevents</a:t>
            </a:r>
            <a:r>
              <a:rPr lang="en-US" sz="2800" spc="-165" dirty="0"/>
              <a:t> </a:t>
            </a:r>
            <a:r>
              <a:rPr lang="en-US" sz="2800" spc="245" dirty="0"/>
              <a:t>the</a:t>
            </a:r>
            <a:r>
              <a:rPr lang="en-US" sz="2800" spc="-170" dirty="0"/>
              <a:t> </a:t>
            </a:r>
            <a:r>
              <a:rPr lang="en-US" sz="2800" spc="240" dirty="0"/>
              <a:t>weights</a:t>
            </a:r>
            <a:r>
              <a:rPr lang="en-US" sz="2800" spc="-165" dirty="0"/>
              <a:t> </a:t>
            </a:r>
            <a:r>
              <a:rPr lang="en-US" sz="2800" spc="265" dirty="0"/>
              <a:t>from</a:t>
            </a:r>
            <a:r>
              <a:rPr lang="en-US" sz="2800" spc="-170" dirty="0"/>
              <a:t> </a:t>
            </a:r>
            <a:r>
              <a:rPr lang="en-US" sz="2800" spc="315" dirty="0"/>
              <a:t>becoming</a:t>
            </a:r>
            <a:r>
              <a:rPr lang="en-US" sz="2800" spc="-165" dirty="0"/>
              <a:t> </a:t>
            </a:r>
            <a:r>
              <a:rPr lang="en-US" sz="2800" spc="245" dirty="0"/>
              <a:t>too</a:t>
            </a:r>
            <a:r>
              <a:rPr lang="en-US" sz="2800" spc="-170" dirty="0"/>
              <a:t> </a:t>
            </a:r>
            <a:r>
              <a:rPr lang="en-US" sz="2800" spc="105" dirty="0"/>
              <a:t>large.</a:t>
            </a:r>
            <a:r>
              <a:rPr lang="en-US" sz="2800" spc="-165" dirty="0"/>
              <a:t> </a:t>
            </a:r>
            <a:r>
              <a:rPr lang="en-US" sz="2800" spc="130" dirty="0"/>
              <a:t>This</a:t>
            </a:r>
            <a:r>
              <a:rPr lang="en-US" sz="2800" spc="-170" dirty="0"/>
              <a:t> </a:t>
            </a:r>
            <a:r>
              <a:rPr lang="en-US" sz="2800" spc="210" dirty="0"/>
              <a:t>helps </a:t>
            </a:r>
            <a:r>
              <a:rPr lang="en-US" sz="2800" spc="204" dirty="0"/>
              <a:t>prevent</a:t>
            </a:r>
            <a:r>
              <a:rPr lang="en-US" sz="2800" spc="-160" dirty="0"/>
              <a:t> </a:t>
            </a:r>
            <a:r>
              <a:rPr lang="en-US" sz="2800" spc="265" dirty="0"/>
              <a:t>numerical</a:t>
            </a:r>
            <a:r>
              <a:rPr lang="en-US" sz="2800" spc="-155" dirty="0"/>
              <a:t> </a:t>
            </a:r>
            <a:r>
              <a:rPr lang="en-US" sz="2800" spc="195" dirty="0"/>
              <a:t>instability</a:t>
            </a:r>
            <a:r>
              <a:rPr lang="en-US" sz="2800" spc="-155" dirty="0"/>
              <a:t> </a:t>
            </a:r>
            <a:r>
              <a:rPr lang="en-US" sz="2800" spc="175" dirty="0"/>
              <a:t>or</a:t>
            </a:r>
            <a:r>
              <a:rPr lang="en-US" sz="2800" spc="-160" dirty="0"/>
              <a:t> </a:t>
            </a:r>
            <a:r>
              <a:rPr lang="en-US" sz="2800" spc="135" dirty="0" err="1"/>
              <a:t>overfitting</a:t>
            </a:r>
            <a:r>
              <a:rPr lang="en-US" sz="2800" spc="135" dirty="0"/>
              <a:t>.</a:t>
            </a:r>
            <a:endParaRPr lang="en-US" sz="2800" dirty="0"/>
          </a:p>
          <a:p>
            <a:pPr marL="12700" marR="205740">
              <a:lnSpc>
                <a:spcPct val="115199"/>
              </a:lnSpc>
            </a:pPr>
            <a:r>
              <a:rPr lang="en-US" sz="2800" dirty="0">
                <a:latin typeface="Tahoma" panose="020B0604030504040204" pitchFamily="34" charset="0"/>
                <a:ea typeface="Tahoma" panose="020B0604030504040204" pitchFamily="34" charset="0"/>
                <a:cs typeface="Tahoma" panose="020B0604030504040204" pitchFamily="34" charset="0"/>
              </a:rPr>
              <a:t>Gradient Boosting Classifier is an ensemble learning method that builds a strong predictive model by combining multiple weak learners (usually decision trees) in a sequential manner. Each new model corrects the errors made by the previous ones.</a:t>
            </a:r>
          </a:p>
          <a:p>
            <a:r>
              <a:rPr lang="en-US" sz="3600" b="1" i="1" dirty="0"/>
              <a:t>Advantages :</a:t>
            </a:r>
          </a:p>
          <a:p>
            <a:r>
              <a:rPr lang="en-US" sz="2800" b="1" u="sng" dirty="0">
                <a:solidFill>
                  <a:srgbClr val="FF0000"/>
                </a:solidFill>
              </a:rPr>
              <a:t>High Accuracy</a:t>
            </a:r>
            <a:r>
              <a:rPr lang="en-US" sz="2800" u="sng" dirty="0">
                <a:solidFill>
                  <a:srgbClr val="FF0000"/>
                </a:solidFill>
              </a:rPr>
              <a:t>: </a:t>
            </a:r>
            <a:r>
              <a:rPr lang="en-US" sz="2800" dirty="0"/>
              <a:t>Often yields better performance than individual models and other ensemble methods.</a:t>
            </a:r>
          </a:p>
          <a:p>
            <a:r>
              <a:rPr lang="en-US" sz="2800" b="1" u="sng" dirty="0">
                <a:solidFill>
                  <a:srgbClr val="FF0000"/>
                </a:solidFill>
              </a:rPr>
              <a:t>Flexibility</a:t>
            </a:r>
            <a:r>
              <a:rPr lang="en-US" sz="2800" u="sng" dirty="0">
                <a:solidFill>
                  <a:srgbClr val="FF0000"/>
                </a:solidFill>
              </a:rPr>
              <a:t>: </a:t>
            </a:r>
            <a:r>
              <a:rPr lang="en-US" sz="2800" dirty="0"/>
              <a:t>Can optimize for different loss functions (e.g., logistic loss for classification).</a:t>
            </a:r>
          </a:p>
          <a:p>
            <a:r>
              <a:rPr lang="en-US" sz="2800" b="1" u="sng" dirty="0">
                <a:solidFill>
                  <a:srgbClr val="FF0000"/>
                </a:solidFill>
              </a:rPr>
              <a:t>Feature Importance</a:t>
            </a:r>
            <a:r>
              <a:rPr lang="en-US" sz="2800" u="sng" dirty="0">
                <a:solidFill>
                  <a:srgbClr val="FF0000"/>
                </a:solidFill>
              </a:rPr>
              <a:t>: </a:t>
            </a:r>
            <a:r>
              <a:rPr lang="en-US" sz="2800" dirty="0"/>
              <a:t>Provides insights into feature contributions through the model's structure.</a:t>
            </a:r>
          </a:p>
          <a:p>
            <a:pPr marL="12700" marR="205740">
              <a:lnSpc>
                <a:spcPct val="115199"/>
              </a:lnSpc>
            </a:pPr>
            <a:endParaRPr lang="en-US" sz="28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3709583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342900"/>
            <a:ext cx="14752548" cy="1015663"/>
          </a:xfrm>
        </p:spPr>
        <p:txBody>
          <a:bodyPr>
            <a:normAutofit fontScale="90000"/>
          </a:bodyPr>
          <a:lstStyle/>
          <a:p>
            <a:r>
              <a:rPr lang="en-IN" sz="6600" b="1" u="sng" dirty="0">
                <a:solidFill>
                  <a:schemeClr val="accent5"/>
                </a:solidFill>
              </a:rPr>
              <a:t>Ensemble Learning :</a:t>
            </a:r>
          </a:p>
        </p:txBody>
      </p:sp>
      <p:sp>
        <p:nvSpPr>
          <p:cNvPr id="3" name="Text Placeholder 2"/>
          <p:cNvSpPr>
            <a:spLocks noGrp="1"/>
          </p:cNvSpPr>
          <p:nvPr>
            <p:ph idx="1"/>
          </p:nvPr>
        </p:nvSpPr>
        <p:spPr>
          <a:xfrm>
            <a:off x="586854" y="1714500"/>
            <a:ext cx="15407640" cy="9356408"/>
          </a:xfrm>
        </p:spPr>
        <p:txBody>
          <a:bodyPr>
            <a:normAutofit/>
          </a:bodyPr>
          <a:lstStyle/>
          <a:p>
            <a:r>
              <a:rPr lang="en-US" sz="2800" dirty="0"/>
              <a:t>Ensemble learning is a powerful machine learning technique that combines multiple models to improve overall performance. The core idea is that by aggregating the predictions of several models, you can often achieve better accuracy and robustness than any single model alone.</a:t>
            </a:r>
            <a:endParaRPr lang="en-IN" sz="2800" dirty="0"/>
          </a:p>
          <a:p>
            <a:r>
              <a:rPr lang="en-IN" sz="2800" b="1" i="1" dirty="0"/>
              <a:t>Key Concepts :</a:t>
            </a:r>
            <a:endParaRPr lang="en-IN" sz="2800" dirty="0"/>
          </a:p>
          <a:p>
            <a:r>
              <a:rPr lang="en-US" sz="2800" b="1" u="sng" dirty="0">
                <a:solidFill>
                  <a:schemeClr val="accent5"/>
                </a:solidFill>
              </a:rPr>
              <a:t>Diversity of Models </a:t>
            </a:r>
            <a:r>
              <a:rPr lang="en-US" sz="2800" u="sng" dirty="0">
                <a:solidFill>
                  <a:schemeClr val="accent5"/>
                </a:solidFill>
              </a:rPr>
              <a:t>: </a:t>
            </a:r>
            <a:r>
              <a:rPr lang="en-US" sz="2800" dirty="0"/>
              <a:t>The effectiveness of ensemble learning relies on the diversity of the models used. Different models may capture different patterns in the data, and combining their strengths can lead to more reliable predictions.</a:t>
            </a:r>
          </a:p>
          <a:p>
            <a:r>
              <a:rPr lang="en-US" sz="2800" b="1" u="sng" dirty="0">
                <a:solidFill>
                  <a:schemeClr val="accent5"/>
                </a:solidFill>
              </a:rPr>
              <a:t>Types of Ensembles</a:t>
            </a:r>
            <a:r>
              <a:rPr lang="en-US" sz="2800" u="sng" dirty="0">
                <a:solidFill>
                  <a:schemeClr val="accent5"/>
                </a:solidFill>
              </a:rPr>
              <a:t>:</a:t>
            </a:r>
          </a:p>
          <a:p>
            <a:r>
              <a:rPr lang="en-US" sz="2800" b="1" dirty="0">
                <a:solidFill>
                  <a:schemeClr val="accent4"/>
                </a:solidFill>
              </a:rPr>
              <a:t>Bagging</a:t>
            </a:r>
            <a:r>
              <a:rPr lang="en-US" sz="2800" dirty="0">
                <a:solidFill>
                  <a:schemeClr val="accent4"/>
                </a:solidFill>
              </a:rPr>
              <a:t>: </a:t>
            </a:r>
            <a:r>
              <a:rPr lang="en-US" sz="2800" dirty="0"/>
              <a:t>Stands for Bootstrap Aggregating. It involves training multiple models independently on different subsets of the training data (created by random sampling with replacement) and then averaging their predictions (for regression) or taking a majority vote (for classification). A popular example is the Random Forest algorithm.</a:t>
            </a:r>
          </a:p>
          <a:p>
            <a:r>
              <a:rPr lang="en-US" sz="2800" b="1" dirty="0">
                <a:solidFill>
                  <a:schemeClr val="accent4"/>
                </a:solidFill>
              </a:rPr>
              <a:t>Boosting</a:t>
            </a:r>
            <a:r>
              <a:rPr lang="en-US" sz="2800" dirty="0">
                <a:solidFill>
                  <a:schemeClr val="accent4"/>
                </a:solidFill>
              </a:rPr>
              <a:t>: </a:t>
            </a:r>
            <a:r>
              <a:rPr lang="en-US" sz="2800" dirty="0"/>
              <a:t>This technique focuses on training models sequentially, where each model tries to correct the errors of its predecessor. Weights are adjusted based on the performance of previous models, emphasizing misclassified instances. Common algorithms include </a:t>
            </a:r>
            <a:r>
              <a:rPr lang="en-US" sz="2800" dirty="0" err="1"/>
              <a:t>AdaBoost</a:t>
            </a:r>
            <a:r>
              <a:rPr lang="en-US" sz="2800" dirty="0"/>
              <a:t> and Gradient Boosting.</a:t>
            </a:r>
          </a:p>
          <a:p>
            <a:endParaRPr lang="en-US" sz="2800" dirty="0"/>
          </a:p>
        </p:txBody>
      </p:sp>
    </p:spTree>
    <p:extLst>
      <p:ext uri="{BB962C8B-B14F-4D97-AF65-F5344CB8AC3E}">
        <p14:creationId xmlns:p14="http://schemas.microsoft.com/office/powerpoint/2010/main" val="17496462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5750134" flipH="1">
            <a:off x="14821527" y="-3664805"/>
            <a:ext cx="431588" cy="56970"/>
          </a:xfrm>
        </p:spPr>
        <p:txBody>
          <a:bodyPr>
            <a:normAutofit fontScale="90000"/>
          </a:bodyPr>
          <a:lstStyle/>
          <a:p>
            <a:endParaRPr lang="en-IN" dirty="0"/>
          </a:p>
        </p:txBody>
      </p:sp>
      <p:sp>
        <p:nvSpPr>
          <p:cNvPr id="3" name="Text Placeholder 2"/>
          <p:cNvSpPr>
            <a:spLocks noGrp="1"/>
          </p:cNvSpPr>
          <p:nvPr>
            <p:ph idx="1"/>
          </p:nvPr>
        </p:nvSpPr>
        <p:spPr>
          <a:xfrm>
            <a:off x="1219200" y="198120"/>
            <a:ext cx="15407640" cy="10664458"/>
          </a:xfrm>
        </p:spPr>
        <p:txBody>
          <a:bodyPr>
            <a:normAutofit/>
          </a:bodyPr>
          <a:lstStyle/>
          <a:p>
            <a:r>
              <a:rPr lang="en-US" b="1" dirty="0">
                <a:solidFill>
                  <a:schemeClr val="accent4"/>
                </a:solidFill>
              </a:rPr>
              <a:t>Stacking</a:t>
            </a:r>
            <a:r>
              <a:rPr lang="en-US" dirty="0">
                <a:solidFill>
                  <a:schemeClr val="accent4"/>
                </a:solidFill>
              </a:rPr>
              <a:t>: </a:t>
            </a:r>
            <a:r>
              <a:rPr lang="en-US" dirty="0"/>
              <a:t>In stacking, multiple models (base learners) are trained on the same dataset, and their predictions are used as inputs to a meta-model, which makes the final prediction. This approach allows for more complex combinations of model predictions.</a:t>
            </a:r>
          </a:p>
          <a:p>
            <a:endParaRPr lang="en-IN" dirty="0"/>
          </a:p>
          <a:p>
            <a:r>
              <a:rPr lang="en-US" b="1" u="sng" dirty="0">
                <a:solidFill>
                  <a:schemeClr val="accent5"/>
                </a:solidFill>
              </a:rPr>
              <a:t>Advantages</a:t>
            </a:r>
            <a:r>
              <a:rPr lang="en-US" u="sng" dirty="0">
                <a:solidFill>
                  <a:schemeClr val="accent5"/>
                </a:solidFill>
              </a:rPr>
              <a:t>:</a:t>
            </a:r>
          </a:p>
          <a:p>
            <a:r>
              <a:rPr lang="en-US" b="1" dirty="0">
                <a:solidFill>
                  <a:schemeClr val="accent4"/>
                </a:solidFill>
              </a:rPr>
              <a:t>Improved Accuracy</a:t>
            </a:r>
            <a:r>
              <a:rPr lang="en-US" dirty="0">
                <a:solidFill>
                  <a:schemeClr val="accent4"/>
                </a:solidFill>
              </a:rPr>
              <a:t>: </a:t>
            </a:r>
            <a:r>
              <a:rPr lang="en-US" dirty="0"/>
              <a:t>Ensembles often achieve higher accuracy than individual models.</a:t>
            </a:r>
          </a:p>
          <a:p>
            <a:r>
              <a:rPr lang="en-US" b="1" dirty="0">
                <a:solidFill>
                  <a:schemeClr val="accent4"/>
                </a:solidFill>
              </a:rPr>
              <a:t>Robustness</a:t>
            </a:r>
            <a:r>
              <a:rPr lang="en-US" dirty="0">
                <a:solidFill>
                  <a:schemeClr val="accent4"/>
                </a:solidFill>
              </a:rPr>
              <a:t>: </a:t>
            </a:r>
            <a:r>
              <a:rPr lang="en-US" dirty="0"/>
              <a:t>They tend to be more resilient to </a:t>
            </a:r>
            <a:r>
              <a:rPr lang="en-US" dirty="0" err="1"/>
              <a:t>overfitting</a:t>
            </a:r>
            <a:r>
              <a:rPr lang="en-US" dirty="0"/>
              <a:t>, especially when using methods like bagging.</a:t>
            </a:r>
          </a:p>
          <a:p>
            <a:r>
              <a:rPr lang="en-US" b="1" dirty="0">
                <a:solidFill>
                  <a:schemeClr val="accent4"/>
                </a:solidFill>
              </a:rPr>
              <a:t>Flexibility</a:t>
            </a:r>
            <a:r>
              <a:rPr lang="en-US" dirty="0">
                <a:solidFill>
                  <a:schemeClr val="accent4"/>
                </a:solidFill>
              </a:rPr>
              <a:t>: </a:t>
            </a:r>
            <a:r>
              <a:rPr lang="en-US" dirty="0"/>
              <a:t>Different types of models (e.g., decision trees, neural networks) can be combined, making ensembles adaptable to various tasks.</a:t>
            </a:r>
          </a:p>
          <a:p>
            <a:endParaRPr lang="en-IN" dirty="0"/>
          </a:p>
          <a:p>
            <a:r>
              <a:rPr lang="en-US" b="1" u="sng" dirty="0">
                <a:solidFill>
                  <a:schemeClr val="accent5"/>
                </a:solidFill>
              </a:rPr>
              <a:t>Challenges</a:t>
            </a:r>
            <a:r>
              <a:rPr lang="en-US" u="sng" dirty="0">
                <a:solidFill>
                  <a:schemeClr val="accent5"/>
                </a:solidFill>
              </a:rPr>
              <a:t>:</a:t>
            </a:r>
          </a:p>
          <a:p>
            <a:r>
              <a:rPr lang="en-US" b="1" dirty="0">
                <a:solidFill>
                  <a:schemeClr val="accent4"/>
                </a:solidFill>
              </a:rPr>
              <a:t>Complexity</a:t>
            </a:r>
            <a:r>
              <a:rPr lang="en-US" dirty="0">
                <a:solidFill>
                  <a:schemeClr val="accent4"/>
                </a:solidFill>
              </a:rPr>
              <a:t>: </a:t>
            </a:r>
            <a:r>
              <a:rPr lang="en-US" dirty="0"/>
              <a:t>Ensembles can be more complex to implement and interpret compared to single models.</a:t>
            </a:r>
          </a:p>
          <a:p>
            <a:r>
              <a:rPr lang="en-US" b="1" dirty="0">
                <a:solidFill>
                  <a:schemeClr val="accent4"/>
                </a:solidFill>
              </a:rPr>
              <a:t>Computational Cost</a:t>
            </a:r>
            <a:r>
              <a:rPr lang="en-US" dirty="0">
                <a:solidFill>
                  <a:schemeClr val="accent4"/>
                </a:solidFill>
              </a:rPr>
              <a:t>: </a:t>
            </a:r>
            <a:r>
              <a:rPr lang="en-US" dirty="0"/>
              <a:t>Training multiple models can require significantly more resources and time.</a:t>
            </a:r>
          </a:p>
          <a:p>
            <a:r>
              <a:rPr lang="en-US" b="1" dirty="0">
                <a:solidFill>
                  <a:schemeClr val="accent4"/>
                </a:solidFill>
              </a:rPr>
              <a:t>Risk of </a:t>
            </a:r>
            <a:r>
              <a:rPr lang="en-US" b="1" dirty="0" err="1">
                <a:solidFill>
                  <a:schemeClr val="accent4"/>
                </a:solidFill>
              </a:rPr>
              <a:t>Overfitting</a:t>
            </a:r>
            <a:r>
              <a:rPr lang="en-US" dirty="0">
                <a:solidFill>
                  <a:schemeClr val="accent4"/>
                </a:solidFill>
              </a:rPr>
              <a:t>: </a:t>
            </a:r>
            <a:r>
              <a:rPr lang="en-US" dirty="0"/>
              <a:t>If not properly managed, particularly in boosting, ensembles can still </a:t>
            </a:r>
            <a:r>
              <a:rPr lang="en-US" dirty="0" err="1"/>
              <a:t>overfit</a:t>
            </a:r>
            <a:r>
              <a:rPr lang="en-US" dirty="0"/>
              <a:t> the training data.</a:t>
            </a:r>
          </a:p>
          <a:p>
            <a:endParaRPr lang="en-IN" dirty="0"/>
          </a:p>
        </p:txBody>
      </p:sp>
    </p:spTree>
    <p:extLst>
      <p:ext uri="{BB962C8B-B14F-4D97-AF65-F5344CB8AC3E}">
        <p14:creationId xmlns:p14="http://schemas.microsoft.com/office/powerpoint/2010/main" val="9693925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1028700"/>
            <a:ext cx="14752548" cy="1415772"/>
          </a:xfrm>
        </p:spPr>
        <p:txBody>
          <a:bodyPr/>
          <a:lstStyle/>
          <a:p>
            <a:r>
              <a:rPr lang="en-IN" b="1" u="sng" dirty="0">
                <a:solidFill>
                  <a:schemeClr val="accent5"/>
                </a:solidFill>
              </a:rPr>
              <a:t>ACCURACY :</a:t>
            </a:r>
          </a:p>
        </p:txBody>
      </p:sp>
      <p:sp>
        <p:nvSpPr>
          <p:cNvPr id="3" name="Text Placeholder 2"/>
          <p:cNvSpPr>
            <a:spLocks noGrp="1"/>
          </p:cNvSpPr>
          <p:nvPr>
            <p:ph idx="1"/>
          </p:nvPr>
        </p:nvSpPr>
        <p:spPr>
          <a:xfrm>
            <a:off x="1729854" y="3162300"/>
            <a:ext cx="15407640" cy="4924425"/>
          </a:xfrm>
        </p:spPr>
        <p:txBody>
          <a:bodyPr>
            <a:normAutofit fontScale="92500" lnSpcReduction="10000"/>
          </a:bodyPr>
          <a:lstStyle/>
          <a:p>
            <a:r>
              <a:rPr lang="en-IN" sz="4000" dirty="0"/>
              <a:t>Random Forest Test Accuracy: 93.80%</a:t>
            </a:r>
          </a:p>
          <a:p>
            <a:r>
              <a:rPr lang="en-IN" sz="4000" dirty="0"/>
              <a:t>Gradient Boosting Train Accuracy: 94.59%</a:t>
            </a:r>
          </a:p>
          <a:p>
            <a:r>
              <a:rPr lang="en-IN" sz="4000" dirty="0"/>
              <a:t>Gradient Boosting Test Accuracy: 94.12%</a:t>
            </a:r>
          </a:p>
          <a:p>
            <a:r>
              <a:rPr lang="en-IN" sz="4000" dirty="0"/>
              <a:t>Logistic Regression Train Accuracy: 96.26%</a:t>
            </a:r>
          </a:p>
          <a:p>
            <a:r>
              <a:rPr lang="en-IN" sz="4000" dirty="0"/>
              <a:t>Logistic Regression Test Accuracy:94.78%</a:t>
            </a:r>
          </a:p>
          <a:p>
            <a:r>
              <a:rPr lang="en-IN" sz="4000" dirty="0"/>
              <a:t>Ensemble Model Train Accuracy: 98.55%</a:t>
            </a:r>
          </a:p>
          <a:p>
            <a:r>
              <a:rPr lang="en-IN" sz="4000" dirty="0"/>
              <a:t>Ensemble Model Test Accuracy: 95.97%</a:t>
            </a:r>
          </a:p>
        </p:txBody>
      </p:sp>
    </p:spTree>
    <p:extLst>
      <p:ext uri="{BB962C8B-B14F-4D97-AF65-F5344CB8AC3E}">
        <p14:creationId xmlns:p14="http://schemas.microsoft.com/office/powerpoint/2010/main" val="4011213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a:spLocks noGrp="1"/>
          </p:cNvSpPr>
          <p:nvPr>
            <p:ph type="title"/>
          </p:nvPr>
        </p:nvSpPr>
        <p:spPr>
          <a:xfrm>
            <a:off x="1066800" y="876300"/>
            <a:ext cx="4431665" cy="936154"/>
          </a:xfrm>
          <a:prstGeom prst="rect">
            <a:avLst/>
          </a:prstGeom>
        </p:spPr>
        <p:txBody>
          <a:bodyPr vert="horz" wrap="square" lIns="0" tIns="12700" rIns="0" bIns="0" rtlCol="0">
            <a:spAutoFit/>
          </a:bodyPr>
          <a:lstStyle/>
          <a:p>
            <a:pPr marL="12700">
              <a:lnSpc>
                <a:spcPct val="100000"/>
              </a:lnSpc>
              <a:spcBef>
                <a:spcPts val="100"/>
              </a:spcBef>
            </a:pPr>
            <a:r>
              <a:rPr sz="6000" b="1" u="sng" spc="40" dirty="0">
                <a:solidFill>
                  <a:schemeClr val="accent5"/>
                </a:solidFill>
              </a:rPr>
              <a:t>Results</a:t>
            </a:r>
            <a:r>
              <a:rPr lang="en-US" sz="6000" b="1" u="sng" spc="40" dirty="0">
                <a:solidFill>
                  <a:schemeClr val="accent5"/>
                </a:solidFill>
              </a:rPr>
              <a:t> :</a:t>
            </a:r>
            <a:endParaRPr sz="6000" b="1" u="sng" spc="40" dirty="0">
              <a:solidFill>
                <a:schemeClr val="accent5"/>
              </a:solidFill>
            </a:endParaRPr>
          </a:p>
        </p:txBody>
      </p:sp>
      <p:sp>
        <p:nvSpPr>
          <p:cNvPr id="8" name="object 8"/>
          <p:cNvSpPr txBox="1"/>
          <p:nvPr/>
        </p:nvSpPr>
        <p:spPr>
          <a:xfrm>
            <a:off x="533400" y="2247900"/>
            <a:ext cx="16254730" cy="6408486"/>
          </a:xfrm>
          <a:prstGeom prst="rect">
            <a:avLst/>
          </a:prstGeom>
        </p:spPr>
        <p:txBody>
          <a:bodyPr vert="horz" wrap="square" lIns="0" tIns="472440" rIns="0" bIns="0" rtlCol="0">
            <a:spAutoFit/>
          </a:bodyPr>
          <a:lstStyle/>
          <a:p>
            <a:pPr marL="12700">
              <a:lnSpc>
                <a:spcPct val="100000"/>
              </a:lnSpc>
              <a:spcBef>
                <a:spcPts val="3720"/>
              </a:spcBef>
            </a:pPr>
            <a:r>
              <a:rPr sz="5150" spc="285" dirty="0">
                <a:latin typeface="Tahoma"/>
                <a:cs typeface="Tahoma"/>
              </a:rPr>
              <a:t>The</a:t>
            </a:r>
            <a:r>
              <a:rPr sz="5150" spc="-270" dirty="0">
                <a:latin typeface="Tahoma"/>
                <a:cs typeface="Tahoma"/>
              </a:rPr>
              <a:t> </a:t>
            </a:r>
            <a:r>
              <a:rPr sz="5150" spc="509" dirty="0">
                <a:latin typeface="Tahoma"/>
                <a:cs typeface="Tahoma"/>
              </a:rPr>
              <a:t>outcome</a:t>
            </a:r>
            <a:r>
              <a:rPr sz="5150" spc="-265" dirty="0">
                <a:latin typeface="Tahoma"/>
                <a:cs typeface="Tahoma"/>
              </a:rPr>
              <a:t> </a:t>
            </a:r>
            <a:r>
              <a:rPr sz="5150" spc="270" dirty="0">
                <a:latin typeface="Tahoma"/>
                <a:cs typeface="Tahoma"/>
              </a:rPr>
              <a:t>of</a:t>
            </a:r>
            <a:r>
              <a:rPr sz="5150" spc="-265" dirty="0">
                <a:latin typeface="Tahoma"/>
                <a:cs typeface="Tahoma"/>
              </a:rPr>
              <a:t> </a:t>
            </a:r>
            <a:r>
              <a:rPr sz="5150" spc="360" dirty="0">
                <a:latin typeface="Tahoma"/>
                <a:cs typeface="Tahoma"/>
              </a:rPr>
              <a:t>our</a:t>
            </a:r>
            <a:r>
              <a:rPr sz="5150" spc="-265" dirty="0">
                <a:latin typeface="Tahoma"/>
                <a:cs typeface="Tahoma"/>
              </a:rPr>
              <a:t> </a:t>
            </a:r>
            <a:r>
              <a:rPr sz="5150" spc="355" dirty="0">
                <a:latin typeface="Tahoma"/>
                <a:cs typeface="Tahoma"/>
              </a:rPr>
              <a:t>project</a:t>
            </a:r>
            <a:r>
              <a:rPr sz="5150" spc="-265" dirty="0">
                <a:latin typeface="Tahoma"/>
                <a:cs typeface="Tahoma"/>
              </a:rPr>
              <a:t> </a:t>
            </a:r>
            <a:r>
              <a:rPr sz="5150" spc="200" dirty="0">
                <a:latin typeface="Tahoma"/>
                <a:cs typeface="Tahoma"/>
              </a:rPr>
              <a:t>is</a:t>
            </a:r>
            <a:r>
              <a:rPr sz="5150" spc="-265" dirty="0">
                <a:latin typeface="Tahoma"/>
                <a:cs typeface="Tahoma"/>
              </a:rPr>
              <a:t> </a:t>
            </a:r>
            <a:r>
              <a:rPr sz="5150" spc="215" dirty="0">
                <a:latin typeface="Tahoma"/>
                <a:cs typeface="Tahoma"/>
              </a:rPr>
              <a:t>as</a:t>
            </a:r>
            <a:r>
              <a:rPr sz="5150" spc="-265" dirty="0">
                <a:latin typeface="Tahoma"/>
                <a:cs typeface="Tahoma"/>
              </a:rPr>
              <a:t> </a:t>
            </a:r>
            <a:r>
              <a:rPr sz="5150" spc="210" dirty="0">
                <a:latin typeface="Tahoma"/>
                <a:cs typeface="Tahoma"/>
              </a:rPr>
              <a:t>follows:</a:t>
            </a:r>
            <a:endParaRPr sz="5150" dirty="0">
              <a:latin typeface="Tahoma"/>
              <a:cs typeface="Tahoma"/>
            </a:endParaRPr>
          </a:p>
          <a:p>
            <a:pPr marL="833120" marR="7620" indent="-457200" algn="just">
              <a:lnSpc>
                <a:spcPct val="116700"/>
              </a:lnSpc>
              <a:spcBef>
                <a:spcPts val="1485"/>
              </a:spcBef>
              <a:buFont typeface="Arial" panose="020B0604020202020204" pitchFamily="34" charset="0"/>
              <a:buChar char="•"/>
            </a:pPr>
            <a:r>
              <a:rPr sz="3000" spc="185" dirty="0">
                <a:solidFill>
                  <a:srgbClr val="E75C01"/>
                </a:solidFill>
                <a:latin typeface="Tahoma"/>
                <a:cs typeface="Tahoma"/>
              </a:rPr>
              <a:t>Logistic</a:t>
            </a:r>
            <a:r>
              <a:rPr sz="3000" spc="145" dirty="0">
                <a:solidFill>
                  <a:srgbClr val="E75C01"/>
                </a:solidFill>
                <a:latin typeface="Tahoma"/>
                <a:cs typeface="Tahoma"/>
              </a:rPr>
              <a:t> </a:t>
            </a:r>
            <a:r>
              <a:rPr sz="3000" spc="125" dirty="0">
                <a:solidFill>
                  <a:srgbClr val="E75C01"/>
                </a:solidFill>
                <a:latin typeface="Tahoma"/>
                <a:cs typeface="Tahoma"/>
              </a:rPr>
              <a:t>Regression</a:t>
            </a:r>
            <a:r>
              <a:rPr sz="3000" spc="125" dirty="0">
                <a:latin typeface="Tahoma"/>
                <a:cs typeface="Tahoma"/>
              </a:rPr>
              <a:t>:</a:t>
            </a:r>
            <a:r>
              <a:rPr sz="3000" spc="175" dirty="0">
                <a:latin typeface="Tahoma"/>
                <a:cs typeface="Tahoma"/>
              </a:rPr>
              <a:t> </a:t>
            </a:r>
            <a:r>
              <a:rPr sz="3000" spc="260" dirty="0">
                <a:latin typeface="Tahoma"/>
                <a:cs typeface="Tahoma"/>
              </a:rPr>
              <a:t>Out</a:t>
            </a:r>
            <a:r>
              <a:rPr sz="3000" spc="180" dirty="0">
                <a:latin typeface="Tahoma"/>
                <a:cs typeface="Tahoma"/>
              </a:rPr>
              <a:t> </a:t>
            </a:r>
            <a:r>
              <a:rPr sz="3000" spc="155" dirty="0">
                <a:latin typeface="Tahoma"/>
                <a:cs typeface="Tahoma"/>
              </a:rPr>
              <a:t>of</a:t>
            </a:r>
            <a:r>
              <a:rPr sz="3000" spc="175" dirty="0">
                <a:latin typeface="Tahoma"/>
                <a:cs typeface="Tahoma"/>
              </a:rPr>
              <a:t> </a:t>
            </a:r>
            <a:r>
              <a:rPr sz="3000" spc="185" dirty="0">
                <a:latin typeface="Tahoma"/>
                <a:cs typeface="Tahoma"/>
              </a:rPr>
              <a:t>all</a:t>
            </a:r>
            <a:r>
              <a:rPr sz="3000" spc="175" dirty="0">
                <a:latin typeface="Tahoma"/>
                <a:cs typeface="Tahoma"/>
              </a:rPr>
              <a:t> </a:t>
            </a:r>
            <a:r>
              <a:rPr sz="3000" spc="240" dirty="0">
                <a:latin typeface="Tahoma"/>
                <a:cs typeface="Tahoma"/>
              </a:rPr>
              <a:t>the</a:t>
            </a:r>
            <a:r>
              <a:rPr sz="3000" spc="180" dirty="0">
                <a:latin typeface="Tahoma"/>
                <a:cs typeface="Tahoma"/>
              </a:rPr>
              <a:t> </a:t>
            </a:r>
            <a:r>
              <a:rPr sz="3000" spc="165" dirty="0">
                <a:latin typeface="Tahoma"/>
                <a:cs typeface="Tahoma"/>
              </a:rPr>
              <a:t>test</a:t>
            </a:r>
            <a:r>
              <a:rPr sz="3000" spc="175" dirty="0">
                <a:latin typeface="Tahoma"/>
                <a:cs typeface="Tahoma"/>
              </a:rPr>
              <a:t> </a:t>
            </a:r>
            <a:r>
              <a:rPr sz="3000" spc="155" dirty="0">
                <a:latin typeface="Tahoma"/>
                <a:cs typeface="Tahoma"/>
              </a:rPr>
              <a:t>cases</a:t>
            </a:r>
            <a:r>
              <a:rPr sz="3000" spc="180" dirty="0">
                <a:latin typeface="Tahoma"/>
                <a:cs typeface="Tahoma"/>
              </a:rPr>
              <a:t> </a:t>
            </a:r>
            <a:r>
              <a:rPr sz="3000" spc="315" dirty="0">
                <a:latin typeface="Tahoma"/>
                <a:cs typeface="Tahoma"/>
              </a:rPr>
              <a:t>we</a:t>
            </a:r>
            <a:r>
              <a:rPr sz="3000" spc="175" dirty="0">
                <a:latin typeface="Tahoma"/>
                <a:cs typeface="Tahoma"/>
              </a:rPr>
              <a:t> </a:t>
            </a:r>
            <a:r>
              <a:rPr sz="3000" spc="180" dirty="0">
                <a:latin typeface="Tahoma"/>
                <a:cs typeface="Tahoma"/>
              </a:rPr>
              <a:t>have</a:t>
            </a:r>
            <a:r>
              <a:rPr sz="3000" spc="175" dirty="0">
                <a:latin typeface="Tahoma"/>
                <a:cs typeface="Tahoma"/>
              </a:rPr>
              <a:t> </a:t>
            </a:r>
            <a:r>
              <a:rPr sz="3000" spc="210" dirty="0">
                <a:latin typeface="Tahoma"/>
                <a:cs typeface="Tahoma"/>
              </a:rPr>
              <a:t>tested</a:t>
            </a:r>
            <a:r>
              <a:rPr sz="3000" spc="180" dirty="0">
                <a:latin typeface="Tahoma"/>
                <a:cs typeface="Tahoma"/>
              </a:rPr>
              <a:t> </a:t>
            </a:r>
            <a:r>
              <a:rPr sz="3000" spc="270" dirty="0">
                <a:latin typeface="Tahoma"/>
                <a:cs typeface="Tahoma"/>
              </a:rPr>
              <a:t>on</a:t>
            </a:r>
            <a:r>
              <a:rPr sz="3000" spc="175" dirty="0">
                <a:latin typeface="Tahoma"/>
                <a:cs typeface="Tahoma"/>
              </a:rPr>
              <a:t> </a:t>
            </a:r>
            <a:r>
              <a:rPr sz="3000" spc="240" dirty="0">
                <a:latin typeface="Tahoma"/>
                <a:cs typeface="Tahoma"/>
              </a:rPr>
              <a:t>the</a:t>
            </a:r>
            <a:r>
              <a:rPr sz="3000" spc="180" dirty="0">
                <a:latin typeface="Tahoma"/>
                <a:cs typeface="Tahoma"/>
              </a:rPr>
              <a:t> </a:t>
            </a:r>
            <a:r>
              <a:rPr sz="3000" spc="215" dirty="0">
                <a:latin typeface="Tahoma"/>
                <a:cs typeface="Tahoma"/>
              </a:rPr>
              <a:t>model,</a:t>
            </a:r>
            <a:r>
              <a:rPr sz="3000" spc="175" dirty="0">
                <a:latin typeface="Tahoma"/>
                <a:cs typeface="Tahoma"/>
              </a:rPr>
              <a:t> </a:t>
            </a:r>
            <a:r>
              <a:rPr sz="3000" spc="185" dirty="0">
                <a:latin typeface="Tahoma"/>
                <a:cs typeface="Tahoma"/>
              </a:rPr>
              <a:t>it</a:t>
            </a:r>
            <a:r>
              <a:rPr sz="3000" spc="175" dirty="0">
                <a:latin typeface="Tahoma"/>
                <a:cs typeface="Tahoma"/>
              </a:rPr>
              <a:t> </a:t>
            </a:r>
            <a:r>
              <a:rPr sz="3000" spc="145" dirty="0">
                <a:latin typeface="Tahoma"/>
                <a:cs typeface="Tahoma"/>
              </a:rPr>
              <a:t>gave </a:t>
            </a:r>
            <a:r>
              <a:rPr sz="3000" spc="120" dirty="0">
                <a:latin typeface="Tahoma"/>
                <a:cs typeface="Tahoma"/>
              </a:rPr>
              <a:t>100</a:t>
            </a:r>
            <a:r>
              <a:rPr sz="3000" spc="229" dirty="0">
                <a:latin typeface="Tahoma"/>
                <a:cs typeface="Tahoma"/>
              </a:rPr>
              <a:t> </a:t>
            </a:r>
            <a:r>
              <a:rPr sz="3000" spc="235" dirty="0">
                <a:latin typeface="Tahoma"/>
                <a:cs typeface="Tahoma"/>
              </a:rPr>
              <a:t>percent</a:t>
            </a:r>
            <a:r>
              <a:rPr sz="3000" spc="229" dirty="0">
                <a:latin typeface="Tahoma"/>
                <a:cs typeface="Tahoma"/>
              </a:rPr>
              <a:t> </a:t>
            </a:r>
            <a:r>
              <a:rPr sz="3000" spc="204" dirty="0">
                <a:latin typeface="Tahoma"/>
                <a:cs typeface="Tahoma"/>
              </a:rPr>
              <a:t>accuracy</a:t>
            </a:r>
            <a:r>
              <a:rPr sz="3000" spc="235" dirty="0">
                <a:latin typeface="Tahoma"/>
                <a:cs typeface="Tahoma"/>
              </a:rPr>
              <a:t> </a:t>
            </a:r>
            <a:r>
              <a:rPr sz="3000" spc="270" dirty="0">
                <a:latin typeface="Tahoma"/>
                <a:cs typeface="Tahoma"/>
              </a:rPr>
              <a:t>on</a:t>
            </a:r>
            <a:r>
              <a:rPr sz="3000" spc="229" dirty="0">
                <a:latin typeface="Tahoma"/>
                <a:cs typeface="Tahoma"/>
              </a:rPr>
              <a:t> </a:t>
            </a:r>
            <a:r>
              <a:rPr sz="3000" spc="215" dirty="0">
                <a:latin typeface="Tahoma"/>
                <a:cs typeface="Tahoma"/>
              </a:rPr>
              <a:t>trained</a:t>
            </a:r>
            <a:r>
              <a:rPr sz="3000" spc="235" dirty="0">
                <a:latin typeface="Tahoma"/>
                <a:cs typeface="Tahoma"/>
              </a:rPr>
              <a:t> data</a:t>
            </a:r>
            <a:r>
              <a:rPr sz="3000" spc="229" dirty="0">
                <a:latin typeface="Tahoma"/>
                <a:cs typeface="Tahoma"/>
              </a:rPr>
              <a:t> </a:t>
            </a:r>
            <a:r>
              <a:rPr sz="3000" spc="285" dirty="0">
                <a:latin typeface="Tahoma"/>
                <a:cs typeface="Tahoma"/>
              </a:rPr>
              <a:t>and</a:t>
            </a:r>
            <a:r>
              <a:rPr sz="3000" spc="235" dirty="0">
                <a:latin typeface="Tahoma"/>
                <a:cs typeface="Tahoma"/>
              </a:rPr>
              <a:t> </a:t>
            </a:r>
            <a:r>
              <a:rPr sz="3000" spc="275" dirty="0">
                <a:latin typeface="Tahoma"/>
                <a:cs typeface="Tahoma"/>
              </a:rPr>
              <a:t>more</a:t>
            </a:r>
            <a:r>
              <a:rPr sz="3000" spc="229" dirty="0">
                <a:latin typeface="Tahoma"/>
                <a:cs typeface="Tahoma"/>
              </a:rPr>
              <a:t> </a:t>
            </a:r>
            <a:r>
              <a:rPr sz="3000" spc="250" dirty="0">
                <a:latin typeface="Tahoma"/>
                <a:cs typeface="Tahoma"/>
              </a:rPr>
              <a:t>than</a:t>
            </a:r>
            <a:r>
              <a:rPr sz="3000" spc="235" dirty="0">
                <a:latin typeface="Tahoma"/>
                <a:cs typeface="Tahoma"/>
              </a:rPr>
              <a:t> </a:t>
            </a:r>
            <a:r>
              <a:rPr sz="3000" spc="90" dirty="0">
                <a:latin typeface="Tahoma"/>
                <a:cs typeface="Tahoma"/>
              </a:rPr>
              <a:t>85%</a:t>
            </a:r>
            <a:r>
              <a:rPr sz="3000" spc="229" dirty="0">
                <a:latin typeface="Tahoma"/>
                <a:cs typeface="Tahoma"/>
              </a:rPr>
              <a:t> </a:t>
            </a:r>
            <a:r>
              <a:rPr sz="3000" spc="204" dirty="0">
                <a:latin typeface="Tahoma"/>
                <a:cs typeface="Tahoma"/>
              </a:rPr>
              <a:t>accuracy</a:t>
            </a:r>
            <a:r>
              <a:rPr sz="3000" spc="235" dirty="0">
                <a:latin typeface="Tahoma"/>
                <a:cs typeface="Tahoma"/>
              </a:rPr>
              <a:t> </a:t>
            </a:r>
            <a:r>
              <a:rPr sz="3000" spc="280" dirty="0">
                <a:latin typeface="Tahoma"/>
                <a:cs typeface="Tahoma"/>
              </a:rPr>
              <a:t>on</a:t>
            </a:r>
            <a:r>
              <a:rPr sz="3000" spc="229" dirty="0">
                <a:latin typeface="Tahoma"/>
                <a:cs typeface="Tahoma"/>
              </a:rPr>
              <a:t> </a:t>
            </a:r>
            <a:r>
              <a:rPr sz="3000" spc="220" dirty="0">
                <a:latin typeface="Tahoma"/>
                <a:cs typeface="Tahoma"/>
              </a:rPr>
              <a:t>untrained </a:t>
            </a:r>
            <a:r>
              <a:rPr sz="3000" spc="215" dirty="0">
                <a:latin typeface="Tahoma"/>
                <a:cs typeface="Tahoma"/>
              </a:rPr>
              <a:t>data(predicted</a:t>
            </a:r>
            <a:r>
              <a:rPr sz="3000" spc="-150" dirty="0">
                <a:latin typeface="Tahoma"/>
                <a:cs typeface="Tahoma"/>
              </a:rPr>
              <a:t> </a:t>
            </a:r>
            <a:r>
              <a:rPr sz="3000" spc="80" dirty="0">
                <a:latin typeface="Tahoma"/>
                <a:cs typeface="Tahoma"/>
              </a:rPr>
              <a:t>data).</a:t>
            </a:r>
            <a:endParaRPr sz="3000" dirty="0">
              <a:latin typeface="Tahoma"/>
              <a:cs typeface="Tahoma"/>
            </a:endParaRPr>
          </a:p>
          <a:p>
            <a:pPr marL="859790" marR="6985" indent="-457200" algn="just">
              <a:lnSpc>
                <a:spcPts val="4350"/>
              </a:lnSpc>
              <a:buFont typeface="Arial" panose="020B0604020202020204" pitchFamily="34" charset="0"/>
              <a:buChar char="•"/>
            </a:pPr>
            <a:r>
              <a:rPr sz="3100" spc="229" dirty="0">
                <a:solidFill>
                  <a:srgbClr val="E75C01"/>
                </a:solidFill>
                <a:latin typeface="Tahoma"/>
                <a:cs typeface="Tahoma"/>
              </a:rPr>
              <a:t>Gradient</a:t>
            </a:r>
            <a:r>
              <a:rPr sz="3100" spc="-80" dirty="0">
                <a:solidFill>
                  <a:srgbClr val="E75C01"/>
                </a:solidFill>
                <a:latin typeface="Tahoma"/>
                <a:cs typeface="Tahoma"/>
              </a:rPr>
              <a:t> </a:t>
            </a:r>
            <a:r>
              <a:rPr sz="3100" spc="330" dirty="0">
                <a:solidFill>
                  <a:srgbClr val="E75C01"/>
                </a:solidFill>
                <a:latin typeface="Tahoma"/>
                <a:cs typeface="Tahoma"/>
              </a:rPr>
              <a:t>Bound</a:t>
            </a:r>
            <a:r>
              <a:rPr sz="3100" spc="-75" dirty="0">
                <a:solidFill>
                  <a:srgbClr val="E75C01"/>
                </a:solidFill>
                <a:latin typeface="Tahoma"/>
                <a:cs typeface="Tahoma"/>
              </a:rPr>
              <a:t> </a:t>
            </a:r>
            <a:r>
              <a:rPr sz="3100" spc="95" dirty="0">
                <a:solidFill>
                  <a:srgbClr val="E75C01"/>
                </a:solidFill>
                <a:latin typeface="Tahoma"/>
                <a:cs typeface="Tahoma"/>
              </a:rPr>
              <a:t>Classifier</a:t>
            </a:r>
            <a:r>
              <a:rPr sz="3100" spc="95" dirty="0">
                <a:latin typeface="Tahoma"/>
                <a:cs typeface="Tahoma"/>
              </a:rPr>
              <a:t>:</a:t>
            </a:r>
            <a:r>
              <a:rPr sz="3100" spc="-60" dirty="0">
                <a:latin typeface="Tahoma"/>
                <a:cs typeface="Tahoma"/>
              </a:rPr>
              <a:t> </a:t>
            </a:r>
            <a:r>
              <a:rPr sz="3100" spc="285" dirty="0">
                <a:latin typeface="Tahoma"/>
                <a:cs typeface="Tahoma"/>
              </a:rPr>
              <a:t>Out</a:t>
            </a:r>
            <a:r>
              <a:rPr sz="3100" spc="-55" dirty="0">
                <a:latin typeface="Tahoma"/>
                <a:cs typeface="Tahoma"/>
              </a:rPr>
              <a:t> </a:t>
            </a:r>
            <a:r>
              <a:rPr sz="3100" spc="160" dirty="0">
                <a:latin typeface="Tahoma"/>
                <a:cs typeface="Tahoma"/>
              </a:rPr>
              <a:t>of</a:t>
            </a:r>
            <a:r>
              <a:rPr sz="3100" spc="-55" dirty="0">
                <a:latin typeface="Tahoma"/>
                <a:cs typeface="Tahoma"/>
              </a:rPr>
              <a:t> </a:t>
            </a:r>
            <a:r>
              <a:rPr sz="3100" spc="195" dirty="0">
                <a:latin typeface="Tahoma"/>
                <a:cs typeface="Tahoma"/>
              </a:rPr>
              <a:t>all</a:t>
            </a:r>
            <a:r>
              <a:rPr sz="3100" spc="-60" dirty="0">
                <a:latin typeface="Tahoma"/>
                <a:cs typeface="Tahoma"/>
              </a:rPr>
              <a:t> </a:t>
            </a:r>
            <a:r>
              <a:rPr sz="3100" spc="254" dirty="0">
                <a:latin typeface="Tahoma"/>
                <a:cs typeface="Tahoma"/>
              </a:rPr>
              <a:t>the</a:t>
            </a:r>
            <a:r>
              <a:rPr sz="3100" spc="-60" dirty="0">
                <a:latin typeface="Tahoma"/>
                <a:cs typeface="Tahoma"/>
              </a:rPr>
              <a:t> </a:t>
            </a:r>
            <a:r>
              <a:rPr sz="3100" spc="175" dirty="0">
                <a:latin typeface="Tahoma"/>
                <a:cs typeface="Tahoma"/>
              </a:rPr>
              <a:t>test</a:t>
            </a:r>
            <a:r>
              <a:rPr sz="3100" spc="-55" dirty="0">
                <a:latin typeface="Tahoma"/>
                <a:cs typeface="Tahoma"/>
              </a:rPr>
              <a:t> </a:t>
            </a:r>
            <a:r>
              <a:rPr sz="3100" spc="165" dirty="0">
                <a:latin typeface="Tahoma"/>
                <a:cs typeface="Tahoma"/>
              </a:rPr>
              <a:t>cases</a:t>
            </a:r>
            <a:r>
              <a:rPr sz="3100" spc="-65" dirty="0">
                <a:latin typeface="Tahoma"/>
                <a:cs typeface="Tahoma"/>
              </a:rPr>
              <a:t> </a:t>
            </a:r>
            <a:r>
              <a:rPr sz="3100" spc="335" dirty="0">
                <a:latin typeface="Tahoma"/>
                <a:cs typeface="Tahoma"/>
              </a:rPr>
              <a:t>we</a:t>
            </a:r>
            <a:r>
              <a:rPr sz="3100" spc="-60" dirty="0">
                <a:latin typeface="Tahoma"/>
                <a:cs typeface="Tahoma"/>
              </a:rPr>
              <a:t> </a:t>
            </a:r>
            <a:r>
              <a:rPr sz="3100" spc="200" dirty="0">
                <a:latin typeface="Tahoma"/>
                <a:cs typeface="Tahoma"/>
              </a:rPr>
              <a:t>have</a:t>
            </a:r>
            <a:r>
              <a:rPr sz="3100" spc="-65" dirty="0">
                <a:latin typeface="Tahoma"/>
                <a:cs typeface="Tahoma"/>
              </a:rPr>
              <a:t> </a:t>
            </a:r>
            <a:r>
              <a:rPr sz="3100" spc="215" dirty="0">
                <a:latin typeface="Tahoma"/>
                <a:cs typeface="Tahoma"/>
              </a:rPr>
              <a:t>tested</a:t>
            </a:r>
            <a:r>
              <a:rPr sz="3100" spc="-60" dirty="0">
                <a:latin typeface="Tahoma"/>
                <a:cs typeface="Tahoma"/>
              </a:rPr>
              <a:t> </a:t>
            </a:r>
            <a:r>
              <a:rPr sz="3100" spc="295" dirty="0">
                <a:latin typeface="Tahoma"/>
                <a:cs typeface="Tahoma"/>
              </a:rPr>
              <a:t>on</a:t>
            </a:r>
            <a:r>
              <a:rPr sz="3100" spc="-60" dirty="0">
                <a:latin typeface="Tahoma"/>
                <a:cs typeface="Tahoma"/>
              </a:rPr>
              <a:t> </a:t>
            </a:r>
            <a:r>
              <a:rPr sz="3100" spc="254" dirty="0">
                <a:latin typeface="Tahoma"/>
                <a:cs typeface="Tahoma"/>
              </a:rPr>
              <a:t>the</a:t>
            </a:r>
            <a:r>
              <a:rPr sz="3100" spc="-65" dirty="0">
                <a:latin typeface="Tahoma"/>
                <a:cs typeface="Tahoma"/>
              </a:rPr>
              <a:t> </a:t>
            </a:r>
            <a:r>
              <a:rPr sz="3100" spc="225" dirty="0">
                <a:latin typeface="Tahoma"/>
                <a:cs typeface="Tahoma"/>
              </a:rPr>
              <a:t>model, </a:t>
            </a:r>
            <a:r>
              <a:rPr sz="3100" spc="195" dirty="0">
                <a:latin typeface="Tahoma"/>
                <a:cs typeface="Tahoma"/>
              </a:rPr>
              <a:t>it</a:t>
            </a:r>
            <a:r>
              <a:rPr sz="3100" spc="185" dirty="0">
                <a:latin typeface="Tahoma"/>
                <a:cs typeface="Tahoma"/>
              </a:rPr>
              <a:t> </a:t>
            </a:r>
            <a:r>
              <a:rPr sz="3100" spc="180" dirty="0">
                <a:latin typeface="Tahoma"/>
                <a:cs typeface="Tahoma"/>
              </a:rPr>
              <a:t>gave</a:t>
            </a:r>
            <a:r>
              <a:rPr sz="3100" spc="190" dirty="0">
                <a:latin typeface="Tahoma"/>
                <a:cs typeface="Tahoma"/>
              </a:rPr>
              <a:t> </a:t>
            </a:r>
            <a:r>
              <a:rPr sz="3100" spc="135" dirty="0">
                <a:latin typeface="Tahoma"/>
                <a:cs typeface="Tahoma"/>
              </a:rPr>
              <a:t>100</a:t>
            </a:r>
            <a:r>
              <a:rPr sz="3100" spc="190" dirty="0">
                <a:latin typeface="Tahoma"/>
                <a:cs typeface="Tahoma"/>
              </a:rPr>
              <a:t> </a:t>
            </a:r>
            <a:r>
              <a:rPr sz="3100" spc="254" dirty="0">
                <a:latin typeface="Tahoma"/>
                <a:cs typeface="Tahoma"/>
              </a:rPr>
              <a:t>percent</a:t>
            </a:r>
            <a:r>
              <a:rPr sz="3100" spc="190" dirty="0">
                <a:latin typeface="Tahoma"/>
                <a:cs typeface="Tahoma"/>
              </a:rPr>
              <a:t> </a:t>
            </a:r>
            <a:r>
              <a:rPr sz="3100" spc="229" dirty="0">
                <a:latin typeface="Tahoma"/>
                <a:cs typeface="Tahoma"/>
              </a:rPr>
              <a:t>accuracy</a:t>
            </a:r>
            <a:r>
              <a:rPr sz="3100" spc="190" dirty="0">
                <a:latin typeface="Tahoma"/>
                <a:cs typeface="Tahoma"/>
              </a:rPr>
              <a:t> </a:t>
            </a:r>
            <a:r>
              <a:rPr sz="3100" spc="295" dirty="0">
                <a:latin typeface="Tahoma"/>
                <a:cs typeface="Tahoma"/>
              </a:rPr>
              <a:t>on</a:t>
            </a:r>
            <a:r>
              <a:rPr sz="3100" spc="190" dirty="0">
                <a:latin typeface="Tahoma"/>
                <a:cs typeface="Tahoma"/>
              </a:rPr>
              <a:t> </a:t>
            </a:r>
            <a:r>
              <a:rPr sz="3100" spc="229" dirty="0">
                <a:latin typeface="Tahoma"/>
                <a:cs typeface="Tahoma"/>
              </a:rPr>
              <a:t>trained</a:t>
            </a:r>
            <a:r>
              <a:rPr sz="3100" spc="190" dirty="0">
                <a:latin typeface="Tahoma"/>
                <a:cs typeface="Tahoma"/>
              </a:rPr>
              <a:t> </a:t>
            </a:r>
            <a:r>
              <a:rPr sz="3100" spc="250" dirty="0">
                <a:latin typeface="Tahoma"/>
                <a:cs typeface="Tahoma"/>
              </a:rPr>
              <a:t>data</a:t>
            </a:r>
            <a:r>
              <a:rPr sz="3100" spc="190" dirty="0">
                <a:latin typeface="Tahoma"/>
                <a:cs typeface="Tahoma"/>
              </a:rPr>
              <a:t> </a:t>
            </a:r>
            <a:r>
              <a:rPr sz="3100" spc="310" dirty="0">
                <a:latin typeface="Tahoma"/>
                <a:cs typeface="Tahoma"/>
              </a:rPr>
              <a:t>and</a:t>
            </a:r>
            <a:r>
              <a:rPr sz="3100" spc="190" dirty="0">
                <a:latin typeface="Tahoma"/>
                <a:cs typeface="Tahoma"/>
              </a:rPr>
              <a:t> </a:t>
            </a:r>
            <a:r>
              <a:rPr sz="3100" spc="295" dirty="0">
                <a:latin typeface="Tahoma"/>
                <a:cs typeface="Tahoma"/>
              </a:rPr>
              <a:t>more</a:t>
            </a:r>
            <a:r>
              <a:rPr sz="3100" spc="190" dirty="0">
                <a:latin typeface="Tahoma"/>
                <a:cs typeface="Tahoma"/>
              </a:rPr>
              <a:t> </a:t>
            </a:r>
            <a:r>
              <a:rPr sz="3100" spc="275" dirty="0">
                <a:latin typeface="Tahoma"/>
                <a:cs typeface="Tahoma"/>
              </a:rPr>
              <a:t>than</a:t>
            </a:r>
            <a:r>
              <a:rPr sz="3100" spc="190" dirty="0">
                <a:latin typeface="Tahoma"/>
                <a:cs typeface="Tahoma"/>
              </a:rPr>
              <a:t> </a:t>
            </a:r>
            <a:r>
              <a:rPr sz="3100" spc="175" dirty="0">
                <a:latin typeface="Tahoma"/>
                <a:cs typeface="Tahoma"/>
              </a:rPr>
              <a:t>70%</a:t>
            </a:r>
            <a:r>
              <a:rPr sz="3100" spc="190" dirty="0">
                <a:latin typeface="Tahoma"/>
                <a:cs typeface="Tahoma"/>
              </a:rPr>
              <a:t> </a:t>
            </a:r>
            <a:r>
              <a:rPr sz="3100" spc="229" dirty="0">
                <a:latin typeface="Tahoma"/>
                <a:cs typeface="Tahoma"/>
              </a:rPr>
              <a:t>accuracy</a:t>
            </a:r>
            <a:r>
              <a:rPr sz="3100" spc="190" dirty="0">
                <a:latin typeface="Tahoma"/>
                <a:cs typeface="Tahoma"/>
              </a:rPr>
              <a:t> </a:t>
            </a:r>
            <a:r>
              <a:rPr sz="3100" spc="270" dirty="0">
                <a:latin typeface="Tahoma"/>
                <a:cs typeface="Tahoma"/>
              </a:rPr>
              <a:t>on </a:t>
            </a:r>
            <a:r>
              <a:rPr sz="3100" spc="250" dirty="0">
                <a:latin typeface="Tahoma"/>
                <a:cs typeface="Tahoma"/>
              </a:rPr>
              <a:t>untrained</a:t>
            </a:r>
            <a:r>
              <a:rPr sz="3100" spc="-150" dirty="0">
                <a:latin typeface="Tahoma"/>
                <a:cs typeface="Tahoma"/>
              </a:rPr>
              <a:t> </a:t>
            </a:r>
            <a:r>
              <a:rPr sz="3100" spc="229" dirty="0">
                <a:latin typeface="Tahoma"/>
                <a:cs typeface="Tahoma"/>
              </a:rPr>
              <a:t>data(predicted</a:t>
            </a:r>
            <a:r>
              <a:rPr sz="3100" spc="-150" dirty="0">
                <a:latin typeface="Tahoma"/>
                <a:cs typeface="Tahoma"/>
              </a:rPr>
              <a:t> </a:t>
            </a:r>
            <a:r>
              <a:rPr sz="3100" spc="90" dirty="0">
                <a:latin typeface="Tahoma"/>
                <a:cs typeface="Tahoma"/>
              </a:rPr>
              <a:t>data).</a:t>
            </a:r>
            <a:endParaRPr sz="3100" dirty="0">
              <a:latin typeface="Tahoma"/>
              <a:cs typeface="Tahoma"/>
            </a:endParaRPr>
          </a:p>
          <a:p>
            <a:pPr marL="859790" marR="8255" indent="-457200" algn="just">
              <a:lnSpc>
                <a:spcPts val="4350"/>
              </a:lnSpc>
              <a:buFont typeface="Arial" panose="020B0604020202020204" pitchFamily="34" charset="0"/>
              <a:buChar char="•"/>
            </a:pPr>
            <a:r>
              <a:rPr sz="3100" spc="355" dirty="0">
                <a:solidFill>
                  <a:srgbClr val="E75C01"/>
                </a:solidFill>
                <a:latin typeface="Tahoma"/>
                <a:cs typeface="Tahoma"/>
              </a:rPr>
              <a:t>Random</a:t>
            </a:r>
            <a:r>
              <a:rPr sz="3100" spc="-5" dirty="0">
                <a:solidFill>
                  <a:srgbClr val="E75C01"/>
                </a:solidFill>
                <a:latin typeface="Tahoma"/>
                <a:cs typeface="Tahoma"/>
              </a:rPr>
              <a:t> </a:t>
            </a:r>
            <a:r>
              <a:rPr sz="3100" spc="165" dirty="0">
                <a:solidFill>
                  <a:srgbClr val="E75C01"/>
                </a:solidFill>
                <a:latin typeface="Tahoma"/>
                <a:cs typeface="Tahoma"/>
              </a:rPr>
              <a:t>Forest</a:t>
            </a:r>
            <a:r>
              <a:rPr sz="3100" dirty="0">
                <a:solidFill>
                  <a:srgbClr val="E75C01"/>
                </a:solidFill>
                <a:latin typeface="Tahoma"/>
                <a:cs typeface="Tahoma"/>
              </a:rPr>
              <a:t> </a:t>
            </a:r>
            <a:r>
              <a:rPr sz="3100" spc="95" dirty="0">
                <a:solidFill>
                  <a:srgbClr val="E75C01"/>
                </a:solidFill>
                <a:latin typeface="Tahoma"/>
                <a:cs typeface="Tahoma"/>
              </a:rPr>
              <a:t>Classifier</a:t>
            </a:r>
            <a:r>
              <a:rPr sz="3100" spc="95" dirty="0">
                <a:latin typeface="Tahoma"/>
                <a:cs typeface="Tahoma"/>
              </a:rPr>
              <a:t>:</a:t>
            </a:r>
            <a:r>
              <a:rPr sz="3100" dirty="0">
                <a:latin typeface="Tahoma"/>
                <a:cs typeface="Tahoma"/>
              </a:rPr>
              <a:t> </a:t>
            </a:r>
            <a:r>
              <a:rPr sz="3100" spc="285" dirty="0">
                <a:latin typeface="Tahoma"/>
                <a:cs typeface="Tahoma"/>
              </a:rPr>
              <a:t>Out</a:t>
            </a:r>
            <a:r>
              <a:rPr sz="3100" spc="5" dirty="0">
                <a:latin typeface="Tahoma"/>
                <a:cs typeface="Tahoma"/>
              </a:rPr>
              <a:t> </a:t>
            </a:r>
            <a:r>
              <a:rPr sz="3100" spc="160" dirty="0">
                <a:latin typeface="Tahoma"/>
                <a:cs typeface="Tahoma"/>
              </a:rPr>
              <a:t>of</a:t>
            </a:r>
            <a:r>
              <a:rPr sz="3100" spc="5" dirty="0">
                <a:latin typeface="Tahoma"/>
                <a:cs typeface="Tahoma"/>
              </a:rPr>
              <a:t> </a:t>
            </a:r>
            <a:r>
              <a:rPr sz="3100" spc="195" dirty="0">
                <a:latin typeface="Tahoma"/>
                <a:cs typeface="Tahoma"/>
              </a:rPr>
              <a:t>all</a:t>
            </a:r>
            <a:r>
              <a:rPr sz="3100" dirty="0">
                <a:latin typeface="Tahoma"/>
                <a:cs typeface="Tahoma"/>
              </a:rPr>
              <a:t> </a:t>
            </a:r>
            <a:r>
              <a:rPr sz="3100" spc="254" dirty="0">
                <a:latin typeface="Tahoma"/>
                <a:cs typeface="Tahoma"/>
              </a:rPr>
              <a:t>the</a:t>
            </a:r>
            <a:r>
              <a:rPr sz="3100" spc="5" dirty="0">
                <a:latin typeface="Tahoma"/>
                <a:cs typeface="Tahoma"/>
              </a:rPr>
              <a:t> </a:t>
            </a:r>
            <a:r>
              <a:rPr sz="3100" spc="175" dirty="0">
                <a:latin typeface="Tahoma"/>
                <a:cs typeface="Tahoma"/>
              </a:rPr>
              <a:t>test</a:t>
            </a:r>
            <a:r>
              <a:rPr sz="3100" spc="5" dirty="0">
                <a:latin typeface="Tahoma"/>
                <a:cs typeface="Tahoma"/>
              </a:rPr>
              <a:t> </a:t>
            </a:r>
            <a:r>
              <a:rPr sz="3100" spc="165" dirty="0">
                <a:latin typeface="Tahoma"/>
                <a:cs typeface="Tahoma"/>
              </a:rPr>
              <a:t>cases</a:t>
            </a:r>
            <a:r>
              <a:rPr sz="3100" dirty="0">
                <a:latin typeface="Tahoma"/>
                <a:cs typeface="Tahoma"/>
              </a:rPr>
              <a:t> </a:t>
            </a:r>
            <a:r>
              <a:rPr sz="3100" spc="335" dirty="0">
                <a:latin typeface="Tahoma"/>
                <a:cs typeface="Tahoma"/>
              </a:rPr>
              <a:t>we</a:t>
            </a:r>
            <a:r>
              <a:rPr sz="3100" spc="5" dirty="0">
                <a:latin typeface="Tahoma"/>
                <a:cs typeface="Tahoma"/>
              </a:rPr>
              <a:t> </a:t>
            </a:r>
            <a:r>
              <a:rPr sz="3100" spc="200" dirty="0">
                <a:latin typeface="Tahoma"/>
                <a:cs typeface="Tahoma"/>
              </a:rPr>
              <a:t>have</a:t>
            </a:r>
            <a:r>
              <a:rPr sz="3100" spc="5" dirty="0">
                <a:latin typeface="Tahoma"/>
                <a:cs typeface="Tahoma"/>
              </a:rPr>
              <a:t> </a:t>
            </a:r>
            <a:r>
              <a:rPr sz="3100" spc="215" dirty="0">
                <a:latin typeface="Tahoma"/>
                <a:cs typeface="Tahoma"/>
              </a:rPr>
              <a:t>tested</a:t>
            </a:r>
            <a:r>
              <a:rPr sz="3100" dirty="0">
                <a:latin typeface="Tahoma"/>
                <a:cs typeface="Tahoma"/>
              </a:rPr>
              <a:t> </a:t>
            </a:r>
            <a:r>
              <a:rPr sz="3100" spc="295" dirty="0">
                <a:latin typeface="Tahoma"/>
                <a:cs typeface="Tahoma"/>
              </a:rPr>
              <a:t>on</a:t>
            </a:r>
            <a:r>
              <a:rPr sz="3100" spc="5" dirty="0">
                <a:latin typeface="Tahoma"/>
                <a:cs typeface="Tahoma"/>
              </a:rPr>
              <a:t> </a:t>
            </a:r>
            <a:r>
              <a:rPr sz="3100" spc="254" dirty="0">
                <a:latin typeface="Tahoma"/>
                <a:cs typeface="Tahoma"/>
              </a:rPr>
              <a:t>the</a:t>
            </a:r>
            <a:r>
              <a:rPr sz="3100" dirty="0">
                <a:latin typeface="Tahoma"/>
                <a:cs typeface="Tahoma"/>
              </a:rPr>
              <a:t> </a:t>
            </a:r>
            <a:r>
              <a:rPr sz="3100" spc="225" dirty="0">
                <a:latin typeface="Tahoma"/>
                <a:cs typeface="Tahoma"/>
              </a:rPr>
              <a:t>model, </a:t>
            </a:r>
            <a:r>
              <a:rPr sz="3100" spc="195" dirty="0">
                <a:latin typeface="Tahoma"/>
                <a:cs typeface="Tahoma"/>
              </a:rPr>
              <a:t>it</a:t>
            </a:r>
            <a:r>
              <a:rPr sz="3100" spc="175" dirty="0">
                <a:latin typeface="Tahoma"/>
                <a:cs typeface="Tahoma"/>
              </a:rPr>
              <a:t> </a:t>
            </a:r>
            <a:r>
              <a:rPr sz="3100" spc="180" dirty="0">
                <a:latin typeface="Tahoma"/>
                <a:cs typeface="Tahoma"/>
              </a:rPr>
              <a:t>gave </a:t>
            </a:r>
            <a:r>
              <a:rPr sz="3100" spc="135" dirty="0">
                <a:latin typeface="Tahoma"/>
                <a:cs typeface="Tahoma"/>
              </a:rPr>
              <a:t>100</a:t>
            </a:r>
            <a:r>
              <a:rPr sz="3100" spc="180" dirty="0">
                <a:latin typeface="Tahoma"/>
                <a:cs typeface="Tahoma"/>
              </a:rPr>
              <a:t> </a:t>
            </a:r>
            <a:r>
              <a:rPr sz="3100" spc="254" dirty="0">
                <a:latin typeface="Tahoma"/>
                <a:cs typeface="Tahoma"/>
              </a:rPr>
              <a:t>percent</a:t>
            </a:r>
            <a:r>
              <a:rPr sz="3100" spc="180" dirty="0">
                <a:latin typeface="Tahoma"/>
                <a:cs typeface="Tahoma"/>
              </a:rPr>
              <a:t> </a:t>
            </a:r>
            <a:r>
              <a:rPr sz="3100" spc="229" dirty="0">
                <a:latin typeface="Tahoma"/>
                <a:cs typeface="Tahoma"/>
              </a:rPr>
              <a:t>accuracy</a:t>
            </a:r>
            <a:r>
              <a:rPr sz="3100" spc="180" dirty="0">
                <a:latin typeface="Tahoma"/>
                <a:cs typeface="Tahoma"/>
              </a:rPr>
              <a:t> </a:t>
            </a:r>
            <a:r>
              <a:rPr sz="3100" spc="295" dirty="0">
                <a:latin typeface="Tahoma"/>
                <a:cs typeface="Tahoma"/>
              </a:rPr>
              <a:t>on</a:t>
            </a:r>
            <a:r>
              <a:rPr sz="3100" spc="180" dirty="0">
                <a:latin typeface="Tahoma"/>
                <a:cs typeface="Tahoma"/>
              </a:rPr>
              <a:t> </a:t>
            </a:r>
            <a:r>
              <a:rPr sz="3100" spc="229" dirty="0">
                <a:latin typeface="Tahoma"/>
                <a:cs typeface="Tahoma"/>
              </a:rPr>
              <a:t>trained</a:t>
            </a:r>
            <a:r>
              <a:rPr sz="3100" spc="180" dirty="0">
                <a:latin typeface="Tahoma"/>
                <a:cs typeface="Tahoma"/>
              </a:rPr>
              <a:t> </a:t>
            </a:r>
            <a:r>
              <a:rPr sz="3100" spc="250" dirty="0">
                <a:latin typeface="Tahoma"/>
                <a:cs typeface="Tahoma"/>
              </a:rPr>
              <a:t>data</a:t>
            </a:r>
            <a:r>
              <a:rPr sz="3100" spc="180" dirty="0">
                <a:latin typeface="Tahoma"/>
                <a:cs typeface="Tahoma"/>
              </a:rPr>
              <a:t> </a:t>
            </a:r>
            <a:r>
              <a:rPr sz="3100" spc="310" dirty="0">
                <a:latin typeface="Tahoma"/>
                <a:cs typeface="Tahoma"/>
              </a:rPr>
              <a:t>and</a:t>
            </a:r>
            <a:r>
              <a:rPr sz="3100" spc="180" dirty="0">
                <a:latin typeface="Tahoma"/>
                <a:cs typeface="Tahoma"/>
              </a:rPr>
              <a:t> </a:t>
            </a:r>
            <a:r>
              <a:rPr sz="3100" spc="295" dirty="0">
                <a:latin typeface="Tahoma"/>
                <a:cs typeface="Tahoma"/>
              </a:rPr>
              <a:t>more</a:t>
            </a:r>
            <a:r>
              <a:rPr sz="3100" spc="180" dirty="0">
                <a:latin typeface="Tahoma"/>
                <a:cs typeface="Tahoma"/>
              </a:rPr>
              <a:t> </a:t>
            </a:r>
            <a:r>
              <a:rPr sz="3100" spc="275" dirty="0">
                <a:latin typeface="Tahoma"/>
                <a:cs typeface="Tahoma"/>
              </a:rPr>
              <a:t>than</a:t>
            </a:r>
            <a:r>
              <a:rPr sz="3100" spc="180" dirty="0">
                <a:latin typeface="Tahoma"/>
                <a:cs typeface="Tahoma"/>
              </a:rPr>
              <a:t> </a:t>
            </a:r>
            <a:r>
              <a:rPr sz="3100" spc="220" dirty="0">
                <a:latin typeface="Tahoma"/>
                <a:cs typeface="Tahoma"/>
              </a:rPr>
              <a:t>90%</a:t>
            </a:r>
            <a:r>
              <a:rPr sz="3100" spc="180" dirty="0">
                <a:latin typeface="Tahoma"/>
                <a:cs typeface="Tahoma"/>
              </a:rPr>
              <a:t> </a:t>
            </a:r>
            <a:r>
              <a:rPr sz="3100" spc="229" dirty="0">
                <a:latin typeface="Tahoma"/>
                <a:cs typeface="Tahoma"/>
              </a:rPr>
              <a:t>accuracy</a:t>
            </a:r>
            <a:r>
              <a:rPr sz="3100" spc="180" dirty="0">
                <a:latin typeface="Tahoma"/>
                <a:cs typeface="Tahoma"/>
              </a:rPr>
              <a:t> </a:t>
            </a:r>
            <a:r>
              <a:rPr sz="3100" spc="270" dirty="0">
                <a:latin typeface="Tahoma"/>
                <a:cs typeface="Tahoma"/>
              </a:rPr>
              <a:t>on </a:t>
            </a:r>
            <a:r>
              <a:rPr sz="3100" spc="250" dirty="0">
                <a:latin typeface="Tahoma"/>
                <a:cs typeface="Tahoma"/>
              </a:rPr>
              <a:t>untrained</a:t>
            </a:r>
            <a:r>
              <a:rPr sz="3100" spc="-150" dirty="0">
                <a:latin typeface="Tahoma"/>
                <a:cs typeface="Tahoma"/>
              </a:rPr>
              <a:t> </a:t>
            </a:r>
            <a:r>
              <a:rPr sz="3100" spc="229" dirty="0">
                <a:latin typeface="Tahoma"/>
                <a:cs typeface="Tahoma"/>
              </a:rPr>
              <a:t>data(predicted</a:t>
            </a:r>
            <a:r>
              <a:rPr sz="3100" spc="-150" dirty="0">
                <a:latin typeface="Tahoma"/>
                <a:cs typeface="Tahoma"/>
              </a:rPr>
              <a:t> </a:t>
            </a:r>
            <a:r>
              <a:rPr sz="3100" spc="90" dirty="0">
                <a:latin typeface="Tahoma"/>
                <a:cs typeface="Tahoma"/>
              </a:rPr>
              <a:t>data).</a:t>
            </a:r>
            <a:endParaRPr sz="3100" dirty="0">
              <a:latin typeface="Tahoma"/>
              <a:cs typeface="Tahom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048000" y="547962"/>
            <a:ext cx="12895002" cy="1548180"/>
          </a:xfrm>
          <a:prstGeom prst="rect">
            <a:avLst/>
          </a:prstGeom>
        </p:spPr>
        <p:txBody>
          <a:bodyPr vert="horz" wrap="square" lIns="0" tIns="710247" rIns="0" bIns="0" rtlCol="0">
            <a:spAutoFit/>
          </a:bodyPr>
          <a:lstStyle/>
          <a:p>
            <a:pPr marL="4808220">
              <a:lnSpc>
                <a:spcPct val="100000"/>
              </a:lnSpc>
              <a:spcBef>
                <a:spcPts val="100"/>
              </a:spcBef>
            </a:pPr>
            <a:r>
              <a:rPr b="1" u="sng" spc="160" dirty="0">
                <a:solidFill>
                  <a:schemeClr val="accent5"/>
                </a:solidFill>
              </a:rPr>
              <a:t>Conclusion</a:t>
            </a:r>
            <a:r>
              <a:rPr lang="en-US" b="1" u="sng" spc="160" dirty="0">
                <a:solidFill>
                  <a:schemeClr val="accent5"/>
                </a:solidFill>
              </a:rPr>
              <a:t> :</a:t>
            </a:r>
            <a:endParaRPr b="1" u="sng" spc="160" dirty="0">
              <a:solidFill>
                <a:schemeClr val="accent5"/>
              </a:solidFill>
            </a:endParaRPr>
          </a:p>
        </p:txBody>
      </p:sp>
      <p:sp>
        <p:nvSpPr>
          <p:cNvPr id="4" name="object 4"/>
          <p:cNvSpPr txBox="1"/>
          <p:nvPr/>
        </p:nvSpPr>
        <p:spPr>
          <a:xfrm>
            <a:off x="1129704" y="3191173"/>
            <a:ext cx="16029305" cy="4454525"/>
          </a:xfrm>
          <a:prstGeom prst="rect">
            <a:avLst/>
          </a:prstGeom>
        </p:spPr>
        <p:txBody>
          <a:bodyPr vert="horz" wrap="square" lIns="0" tIns="12700" rIns="0" bIns="0" rtlCol="0">
            <a:spAutoFit/>
          </a:bodyPr>
          <a:lstStyle/>
          <a:p>
            <a:pPr marL="12065" marR="5080" indent="-635" algn="ctr">
              <a:lnSpc>
                <a:spcPct val="116199"/>
              </a:lnSpc>
              <a:spcBef>
                <a:spcPts val="100"/>
              </a:spcBef>
            </a:pPr>
            <a:r>
              <a:rPr sz="5000" spc="125" dirty="0">
                <a:latin typeface="Tahoma"/>
                <a:cs typeface="Tahoma"/>
              </a:rPr>
              <a:t>The</a:t>
            </a:r>
            <a:r>
              <a:rPr sz="5000" spc="-434" dirty="0">
                <a:latin typeface="Tahoma"/>
                <a:cs typeface="Tahoma"/>
              </a:rPr>
              <a:t> </a:t>
            </a:r>
            <a:r>
              <a:rPr sz="5000" spc="130" dirty="0">
                <a:latin typeface="Tahoma"/>
                <a:cs typeface="Tahoma"/>
              </a:rPr>
              <a:t>outcome</a:t>
            </a:r>
            <a:r>
              <a:rPr sz="5000" spc="-434" dirty="0">
                <a:latin typeface="Tahoma"/>
                <a:cs typeface="Tahoma"/>
              </a:rPr>
              <a:t> </a:t>
            </a:r>
            <a:r>
              <a:rPr sz="5000" dirty="0">
                <a:latin typeface="Tahoma"/>
                <a:cs typeface="Tahoma"/>
              </a:rPr>
              <a:t>of</a:t>
            </a:r>
            <a:r>
              <a:rPr sz="5000" spc="-434" dirty="0">
                <a:latin typeface="Tahoma"/>
                <a:cs typeface="Tahoma"/>
              </a:rPr>
              <a:t> </a:t>
            </a:r>
            <a:r>
              <a:rPr sz="5000" dirty="0">
                <a:latin typeface="Tahoma"/>
                <a:cs typeface="Tahoma"/>
              </a:rPr>
              <a:t>this</a:t>
            </a:r>
            <a:r>
              <a:rPr sz="5000" spc="-434" dirty="0">
                <a:latin typeface="Tahoma"/>
                <a:cs typeface="Tahoma"/>
              </a:rPr>
              <a:t> </a:t>
            </a:r>
            <a:r>
              <a:rPr sz="5000" spc="50" dirty="0">
                <a:latin typeface="Tahoma"/>
                <a:cs typeface="Tahoma"/>
              </a:rPr>
              <a:t>project</a:t>
            </a:r>
            <a:r>
              <a:rPr sz="5000" spc="-434" dirty="0">
                <a:latin typeface="Tahoma"/>
                <a:cs typeface="Tahoma"/>
              </a:rPr>
              <a:t> </a:t>
            </a:r>
            <a:r>
              <a:rPr sz="5000" spc="125" dirty="0">
                <a:latin typeface="Tahoma"/>
                <a:cs typeface="Tahoma"/>
              </a:rPr>
              <a:t>shows</a:t>
            </a:r>
            <a:r>
              <a:rPr sz="5000" spc="-434" dirty="0">
                <a:latin typeface="Tahoma"/>
                <a:cs typeface="Tahoma"/>
              </a:rPr>
              <a:t> </a:t>
            </a:r>
            <a:r>
              <a:rPr sz="5000" dirty="0">
                <a:latin typeface="Tahoma"/>
                <a:cs typeface="Tahoma"/>
              </a:rPr>
              <a:t>the</a:t>
            </a:r>
            <a:r>
              <a:rPr sz="5000" spc="-430" dirty="0">
                <a:latin typeface="Tahoma"/>
                <a:cs typeface="Tahoma"/>
              </a:rPr>
              <a:t> </a:t>
            </a:r>
            <a:r>
              <a:rPr sz="5000" spc="100" dirty="0">
                <a:latin typeface="Tahoma"/>
                <a:cs typeface="Tahoma"/>
              </a:rPr>
              <a:t>capability</a:t>
            </a:r>
            <a:r>
              <a:rPr sz="5000" spc="-434" dirty="0">
                <a:latin typeface="Tahoma"/>
                <a:cs typeface="Tahoma"/>
              </a:rPr>
              <a:t> </a:t>
            </a:r>
            <a:r>
              <a:rPr sz="5000" spc="-25" dirty="0">
                <a:latin typeface="Tahoma"/>
                <a:cs typeface="Tahoma"/>
              </a:rPr>
              <a:t>of </a:t>
            </a:r>
            <a:r>
              <a:rPr sz="5000" spc="120" dirty="0">
                <a:latin typeface="Tahoma"/>
                <a:cs typeface="Tahoma"/>
              </a:rPr>
              <a:t>machine</a:t>
            </a:r>
            <a:r>
              <a:rPr sz="5000" spc="-445" dirty="0">
                <a:latin typeface="Tahoma"/>
                <a:cs typeface="Tahoma"/>
              </a:rPr>
              <a:t> </a:t>
            </a:r>
            <a:r>
              <a:rPr sz="5000" spc="85" dirty="0">
                <a:latin typeface="Tahoma"/>
                <a:cs typeface="Tahoma"/>
              </a:rPr>
              <a:t>learning</a:t>
            </a:r>
            <a:r>
              <a:rPr sz="5000" spc="-445" dirty="0">
                <a:latin typeface="Tahoma"/>
                <a:cs typeface="Tahoma"/>
              </a:rPr>
              <a:t> </a:t>
            </a:r>
            <a:r>
              <a:rPr sz="5000" dirty="0">
                <a:latin typeface="Tahoma"/>
                <a:cs typeface="Tahoma"/>
              </a:rPr>
              <a:t>to</a:t>
            </a:r>
            <a:r>
              <a:rPr sz="5000" spc="-445" dirty="0">
                <a:latin typeface="Tahoma"/>
                <a:cs typeface="Tahoma"/>
              </a:rPr>
              <a:t> </a:t>
            </a:r>
            <a:r>
              <a:rPr sz="5000" spc="185" dirty="0">
                <a:latin typeface="Tahoma"/>
                <a:cs typeface="Tahoma"/>
              </a:rPr>
              <a:t>be</a:t>
            </a:r>
            <a:r>
              <a:rPr sz="5000" spc="-445" dirty="0">
                <a:latin typeface="Tahoma"/>
                <a:cs typeface="Tahoma"/>
              </a:rPr>
              <a:t> </a:t>
            </a:r>
            <a:r>
              <a:rPr sz="5000" spc="-25" dirty="0">
                <a:latin typeface="Tahoma"/>
                <a:cs typeface="Tahoma"/>
              </a:rPr>
              <a:t>fruitful</a:t>
            </a:r>
            <a:r>
              <a:rPr sz="5000" spc="-440" dirty="0">
                <a:latin typeface="Tahoma"/>
                <a:cs typeface="Tahoma"/>
              </a:rPr>
              <a:t> </a:t>
            </a:r>
            <a:r>
              <a:rPr sz="5000" spc="100" dirty="0">
                <a:latin typeface="Tahoma"/>
                <a:cs typeface="Tahoma"/>
              </a:rPr>
              <a:t>in</a:t>
            </a:r>
            <a:r>
              <a:rPr sz="5000" spc="-445" dirty="0">
                <a:latin typeface="Tahoma"/>
                <a:cs typeface="Tahoma"/>
              </a:rPr>
              <a:t> </a:t>
            </a:r>
            <a:r>
              <a:rPr sz="5000" dirty="0">
                <a:latin typeface="Tahoma"/>
                <a:cs typeface="Tahoma"/>
              </a:rPr>
              <a:t>this</a:t>
            </a:r>
            <a:r>
              <a:rPr sz="5000" spc="-445" dirty="0">
                <a:latin typeface="Tahoma"/>
                <a:cs typeface="Tahoma"/>
              </a:rPr>
              <a:t> </a:t>
            </a:r>
            <a:r>
              <a:rPr sz="5000" spc="-40" dirty="0">
                <a:latin typeface="Tahoma"/>
                <a:cs typeface="Tahoma"/>
              </a:rPr>
              <a:t>Task.</a:t>
            </a:r>
            <a:r>
              <a:rPr sz="5000" spc="-445" dirty="0">
                <a:latin typeface="Tahoma"/>
                <a:cs typeface="Tahoma"/>
              </a:rPr>
              <a:t> </a:t>
            </a:r>
            <a:r>
              <a:rPr sz="5000" spc="160" dirty="0">
                <a:latin typeface="Tahoma"/>
                <a:cs typeface="Tahoma"/>
              </a:rPr>
              <a:t>We</a:t>
            </a:r>
            <a:r>
              <a:rPr sz="5000" spc="-440" dirty="0">
                <a:latin typeface="Tahoma"/>
                <a:cs typeface="Tahoma"/>
              </a:rPr>
              <a:t> </a:t>
            </a:r>
            <a:r>
              <a:rPr sz="5000" spc="85" dirty="0">
                <a:latin typeface="Tahoma"/>
                <a:cs typeface="Tahoma"/>
              </a:rPr>
              <a:t>have</a:t>
            </a:r>
            <a:r>
              <a:rPr sz="5000" spc="-445" dirty="0">
                <a:latin typeface="Tahoma"/>
                <a:cs typeface="Tahoma"/>
              </a:rPr>
              <a:t> </a:t>
            </a:r>
            <a:r>
              <a:rPr sz="5000" spc="-20" dirty="0">
                <a:latin typeface="Tahoma"/>
                <a:cs typeface="Tahoma"/>
              </a:rPr>
              <a:t>tried </a:t>
            </a:r>
            <a:r>
              <a:rPr sz="5000" dirty="0">
                <a:latin typeface="Tahoma"/>
                <a:cs typeface="Tahoma"/>
              </a:rPr>
              <a:t>to</a:t>
            </a:r>
            <a:r>
              <a:rPr sz="5000" spc="-465" dirty="0">
                <a:latin typeface="Tahoma"/>
                <a:cs typeface="Tahoma"/>
              </a:rPr>
              <a:t> </a:t>
            </a:r>
            <a:r>
              <a:rPr sz="5000" spc="170" dirty="0">
                <a:latin typeface="Tahoma"/>
                <a:cs typeface="Tahoma"/>
              </a:rPr>
              <a:t>build</a:t>
            </a:r>
            <a:r>
              <a:rPr sz="5000" spc="-459" dirty="0">
                <a:latin typeface="Tahoma"/>
                <a:cs typeface="Tahoma"/>
              </a:rPr>
              <a:t> </a:t>
            </a:r>
            <a:r>
              <a:rPr sz="5000" dirty="0">
                <a:latin typeface="Tahoma"/>
                <a:cs typeface="Tahoma"/>
              </a:rPr>
              <a:t>a</a:t>
            </a:r>
            <a:r>
              <a:rPr sz="5000" spc="-459" dirty="0">
                <a:latin typeface="Tahoma"/>
                <a:cs typeface="Tahoma"/>
              </a:rPr>
              <a:t> </a:t>
            </a:r>
            <a:r>
              <a:rPr sz="5000" spc="145" dirty="0">
                <a:latin typeface="Tahoma"/>
                <a:cs typeface="Tahoma"/>
              </a:rPr>
              <a:t>model</a:t>
            </a:r>
            <a:r>
              <a:rPr sz="5000" spc="-459" dirty="0">
                <a:latin typeface="Tahoma"/>
                <a:cs typeface="Tahoma"/>
              </a:rPr>
              <a:t> </a:t>
            </a:r>
            <a:r>
              <a:rPr sz="5000" spc="-20" dirty="0">
                <a:latin typeface="Tahoma"/>
                <a:cs typeface="Tahoma"/>
              </a:rPr>
              <a:t>that</a:t>
            </a:r>
            <a:r>
              <a:rPr sz="5000" spc="-459" dirty="0">
                <a:latin typeface="Tahoma"/>
                <a:cs typeface="Tahoma"/>
              </a:rPr>
              <a:t> </a:t>
            </a:r>
            <a:r>
              <a:rPr sz="5000" spc="130" dirty="0">
                <a:latin typeface="Tahoma"/>
                <a:cs typeface="Tahoma"/>
              </a:rPr>
              <a:t>helps</a:t>
            </a:r>
            <a:r>
              <a:rPr sz="5000" spc="-465" dirty="0">
                <a:latin typeface="Tahoma"/>
                <a:cs typeface="Tahoma"/>
              </a:rPr>
              <a:t> </a:t>
            </a:r>
            <a:r>
              <a:rPr sz="5000" spc="100" dirty="0">
                <a:latin typeface="Tahoma"/>
                <a:cs typeface="Tahoma"/>
              </a:rPr>
              <a:t>in</a:t>
            </a:r>
            <a:r>
              <a:rPr sz="5000" spc="-459" dirty="0">
                <a:latin typeface="Tahoma"/>
                <a:cs typeface="Tahoma"/>
              </a:rPr>
              <a:t> </a:t>
            </a:r>
            <a:r>
              <a:rPr sz="5000" spc="150" dirty="0">
                <a:latin typeface="Tahoma"/>
                <a:cs typeface="Tahoma"/>
              </a:rPr>
              <a:t>catching</a:t>
            </a:r>
            <a:r>
              <a:rPr sz="5000" spc="-459" dirty="0">
                <a:latin typeface="Tahoma"/>
                <a:cs typeface="Tahoma"/>
              </a:rPr>
              <a:t> </a:t>
            </a:r>
            <a:r>
              <a:rPr sz="5000" spc="70" dirty="0">
                <a:latin typeface="Tahoma"/>
                <a:cs typeface="Tahoma"/>
              </a:rPr>
              <a:t>many</a:t>
            </a:r>
            <a:r>
              <a:rPr sz="5000" spc="-459" dirty="0">
                <a:latin typeface="Tahoma"/>
                <a:cs typeface="Tahoma"/>
              </a:rPr>
              <a:t> </a:t>
            </a:r>
            <a:r>
              <a:rPr sz="5000" spc="-10" dirty="0">
                <a:latin typeface="Tahoma"/>
                <a:cs typeface="Tahoma"/>
              </a:rPr>
              <a:t>intuitive </a:t>
            </a:r>
            <a:r>
              <a:rPr sz="5000" spc="110" dirty="0">
                <a:latin typeface="Tahoma"/>
                <a:cs typeface="Tahoma"/>
              </a:rPr>
              <a:t>indications</a:t>
            </a:r>
            <a:r>
              <a:rPr sz="5000" spc="-455" dirty="0">
                <a:latin typeface="Tahoma"/>
                <a:cs typeface="Tahoma"/>
              </a:rPr>
              <a:t> </a:t>
            </a:r>
            <a:r>
              <a:rPr sz="5000" dirty="0">
                <a:latin typeface="Tahoma"/>
                <a:cs typeface="Tahoma"/>
              </a:rPr>
              <a:t>of</a:t>
            </a:r>
            <a:r>
              <a:rPr sz="5000" spc="-450" dirty="0">
                <a:latin typeface="Tahoma"/>
                <a:cs typeface="Tahoma"/>
              </a:rPr>
              <a:t> </a:t>
            </a:r>
            <a:r>
              <a:rPr sz="5000" dirty="0">
                <a:latin typeface="Tahoma"/>
                <a:cs typeface="Tahoma"/>
              </a:rPr>
              <a:t>real</a:t>
            </a:r>
            <a:r>
              <a:rPr sz="5000" spc="-455" dirty="0">
                <a:latin typeface="Tahoma"/>
                <a:cs typeface="Tahoma"/>
              </a:rPr>
              <a:t> </a:t>
            </a:r>
            <a:r>
              <a:rPr sz="5000" spc="160" dirty="0">
                <a:latin typeface="Tahoma"/>
                <a:cs typeface="Tahoma"/>
              </a:rPr>
              <a:t>and</a:t>
            </a:r>
            <a:r>
              <a:rPr sz="5000" spc="-450" dirty="0">
                <a:latin typeface="Tahoma"/>
                <a:cs typeface="Tahoma"/>
              </a:rPr>
              <a:t> </a:t>
            </a:r>
            <a:r>
              <a:rPr sz="5000" dirty="0">
                <a:latin typeface="Tahoma"/>
                <a:cs typeface="Tahoma"/>
              </a:rPr>
              <a:t>fake</a:t>
            </a:r>
            <a:r>
              <a:rPr sz="5000" spc="-455" dirty="0">
                <a:latin typeface="Tahoma"/>
                <a:cs typeface="Tahoma"/>
              </a:rPr>
              <a:t> </a:t>
            </a:r>
            <a:r>
              <a:rPr sz="5000" dirty="0">
                <a:latin typeface="Tahoma"/>
                <a:cs typeface="Tahoma"/>
              </a:rPr>
              <a:t>news.</a:t>
            </a:r>
            <a:r>
              <a:rPr sz="5000" spc="-450" dirty="0">
                <a:latin typeface="Tahoma"/>
                <a:cs typeface="Tahoma"/>
              </a:rPr>
              <a:t> </a:t>
            </a:r>
            <a:r>
              <a:rPr sz="5000" spc="160" dirty="0">
                <a:latin typeface="Tahoma"/>
                <a:cs typeface="Tahoma"/>
              </a:rPr>
              <a:t>We</a:t>
            </a:r>
            <a:r>
              <a:rPr sz="5000" spc="-450" dirty="0">
                <a:latin typeface="Tahoma"/>
                <a:cs typeface="Tahoma"/>
              </a:rPr>
              <a:t> </a:t>
            </a:r>
            <a:r>
              <a:rPr sz="5000" spc="85" dirty="0">
                <a:latin typeface="Tahoma"/>
                <a:cs typeface="Tahoma"/>
              </a:rPr>
              <a:t>have</a:t>
            </a:r>
            <a:r>
              <a:rPr sz="5000" spc="-455" dirty="0">
                <a:latin typeface="Tahoma"/>
                <a:cs typeface="Tahoma"/>
              </a:rPr>
              <a:t> </a:t>
            </a:r>
            <a:r>
              <a:rPr sz="5000" spc="150" dirty="0">
                <a:latin typeface="Tahoma"/>
                <a:cs typeface="Tahoma"/>
              </a:rPr>
              <a:t>used</a:t>
            </a:r>
            <a:r>
              <a:rPr sz="5000" spc="-450" dirty="0">
                <a:latin typeface="Tahoma"/>
                <a:cs typeface="Tahoma"/>
              </a:rPr>
              <a:t> </a:t>
            </a:r>
            <a:r>
              <a:rPr sz="5000" spc="70" dirty="0">
                <a:latin typeface="Tahoma"/>
                <a:cs typeface="Tahoma"/>
              </a:rPr>
              <a:t>multiple </a:t>
            </a:r>
            <a:r>
              <a:rPr sz="5000" spc="65" dirty="0">
                <a:latin typeface="Tahoma"/>
                <a:cs typeface="Tahoma"/>
              </a:rPr>
              <a:t>performance</a:t>
            </a:r>
            <a:r>
              <a:rPr sz="5000" spc="-455" dirty="0">
                <a:latin typeface="Tahoma"/>
                <a:cs typeface="Tahoma"/>
              </a:rPr>
              <a:t> </a:t>
            </a:r>
            <a:r>
              <a:rPr sz="5000" spc="-10" dirty="0">
                <a:latin typeface="Tahoma"/>
                <a:cs typeface="Tahoma"/>
              </a:rPr>
              <a:t>matrics</a:t>
            </a:r>
            <a:endParaRPr sz="5000">
              <a:latin typeface="Tahoma"/>
              <a:cs typeface="Tahoma"/>
            </a:endParaRPr>
          </a:p>
        </p:txBody>
      </p:sp>
      <p:pic>
        <p:nvPicPr>
          <p:cNvPr id="5" name="object 5"/>
          <p:cNvPicPr/>
          <p:nvPr/>
        </p:nvPicPr>
        <p:blipFill>
          <a:blip r:embed="rId2" cstate="print"/>
          <a:stretch>
            <a:fillRect/>
          </a:stretch>
        </p:blipFill>
        <p:spPr>
          <a:xfrm>
            <a:off x="14531765" y="6978280"/>
            <a:ext cx="3762823" cy="3308692"/>
          </a:xfrm>
          <a:prstGeom prst="rect">
            <a:avLst/>
          </a:prstGeom>
        </p:spPr>
      </p:pic>
      <p:pic>
        <p:nvPicPr>
          <p:cNvPr id="6" name="object 6"/>
          <p:cNvPicPr/>
          <p:nvPr/>
        </p:nvPicPr>
        <p:blipFill>
          <a:blip r:embed="rId3" cstate="print"/>
          <a:stretch>
            <a:fillRect/>
          </a:stretch>
        </p:blipFill>
        <p:spPr>
          <a:xfrm>
            <a:off x="0" y="5813"/>
            <a:ext cx="4200795" cy="349249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429000" y="800100"/>
            <a:ext cx="14752548" cy="1640515"/>
          </a:xfrm>
          <a:prstGeom prst="rect">
            <a:avLst/>
          </a:prstGeom>
        </p:spPr>
        <p:txBody>
          <a:bodyPr vert="horz" wrap="square" lIns="0" tIns="710249" rIns="0" bIns="0" rtlCol="0">
            <a:spAutoFit/>
          </a:bodyPr>
          <a:lstStyle/>
          <a:p>
            <a:pPr marL="4820920">
              <a:lnSpc>
                <a:spcPct val="100000"/>
              </a:lnSpc>
              <a:spcBef>
                <a:spcPts val="100"/>
              </a:spcBef>
            </a:pPr>
            <a:r>
              <a:rPr sz="6000" b="1" u="sng" spc="50" dirty="0">
                <a:solidFill>
                  <a:schemeClr val="accent5"/>
                </a:solidFill>
              </a:rPr>
              <a:t>References</a:t>
            </a:r>
            <a:r>
              <a:rPr lang="en-US" sz="6000" b="1" u="sng" spc="50" dirty="0">
                <a:solidFill>
                  <a:schemeClr val="accent5"/>
                </a:solidFill>
              </a:rPr>
              <a:t> :</a:t>
            </a:r>
            <a:endParaRPr sz="6000" b="1" u="sng" spc="50" dirty="0">
              <a:solidFill>
                <a:schemeClr val="accent5"/>
              </a:solidFill>
            </a:endParaRPr>
          </a:p>
        </p:txBody>
      </p:sp>
      <p:pic>
        <p:nvPicPr>
          <p:cNvPr id="4" name="object 4"/>
          <p:cNvPicPr/>
          <p:nvPr/>
        </p:nvPicPr>
        <p:blipFill>
          <a:blip r:embed="rId2" cstate="print"/>
          <a:stretch>
            <a:fillRect/>
          </a:stretch>
        </p:blipFill>
        <p:spPr>
          <a:xfrm>
            <a:off x="14531765" y="6978278"/>
            <a:ext cx="3762823" cy="3308692"/>
          </a:xfrm>
          <a:prstGeom prst="rect">
            <a:avLst/>
          </a:prstGeom>
        </p:spPr>
      </p:pic>
      <p:pic>
        <p:nvPicPr>
          <p:cNvPr id="5" name="object 5"/>
          <p:cNvPicPr/>
          <p:nvPr/>
        </p:nvPicPr>
        <p:blipFill>
          <a:blip r:embed="rId3" cstate="print"/>
          <a:stretch>
            <a:fillRect/>
          </a:stretch>
        </p:blipFill>
        <p:spPr>
          <a:xfrm>
            <a:off x="33580" y="211783"/>
            <a:ext cx="4200795" cy="3492499"/>
          </a:xfrm>
          <a:prstGeom prst="rect">
            <a:avLst/>
          </a:prstGeom>
        </p:spPr>
      </p:pic>
      <p:sp>
        <p:nvSpPr>
          <p:cNvPr id="6" name="object 6"/>
          <p:cNvSpPr txBox="1"/>
          <p:nvPr/>
        </p:nvSpPr>
        <p:spPr>
          <a:xfrm>
            <a:off x="1295400" y="3815413"/>
            <a:ext cx="14044294" cy="1305485"/>
          </a:xfrm>
          <a:prstGeom prst="rect">
            <a:avLst/>
          </a:prstGeom>
        </p:spPr>
        <p:txBody>
          <a:bodyPr vert="horz" wrap="square" lIns="0" tIns="104139" rIns="0" bIns="0" rtlCol="0">
            <a:spAutoFit/>
          </a:bodyPr>
          <a:lstStyle/>
          <a:p>
            <a:pPr marL="911860" indent="-899160">
              <a:lnSpc>
                <a:spcPct val="100000"/>
              </a:lnSpc>
              <a:spcBef>
                <a:spcPts val="819"/>
              </a:spcBef>
              <a:buAutoNum type="arabicPeriod"/>
              <a:tabLst>
                <a:tab pos="911860" algn="l"/>
              </a:tabLst>
            </a:pPr>
            <a:r>
              <a:rPr lang="en-IN" sz="3900" spc="-25" dirty="0">
                <a:latin typeface="Tahoma"/>
                <a:cs typeface="Tahoma"/>
              </a:rPr>
              <a:t>https://www.kaggle.com/datasets/saurabhshahane/fake-news-classification</a:t>
            </a:r>
            <a:endParaRPr sz="3900" dirty="0">
              <a:latin typeface="Tahoma"/>
              <a:cs typeface="Tahom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0" y="3924300"/>
            <a:ext cx="15544800" cy="1477328"/>
          </a:xfrm>
        </p:spPr>
        <p:txBody>
          <a:bodyPr/>
          <a:lstStyle/>
          <a:p>
            <a:r>
              <a:rPr lang="en-IN" sz="9600" u="sng" dirty="0"/>
              <a:t>THANK  YOU </a:t>
            </a:r>
            <a:r>
              <a:rPr lang="en-IN" sz="9600" dirty="0"/>
              <a:t>!!!</a:t>
            </a:r>
          </a:p>
        </p:txBody>
      </p:sp>
    </p:spTree>
    <p:extLst>
      <p:ext uri="{BB962C8B-B14F-4D97-AF65-F5344CB8AC3E}">
        <p14:creationId xmlns:p14="http://schemas.microsoft.com/office/powerpoint/2010/main" val="7872554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xmlns:mc="http://schemas.openxmlformats.org/markup-compatibility/2006" xmlns:mv="urn:schemas-microsoft-com:mac:vml">
  <p:tag name="may_ignore_ucw" val="true"/>
  <p:tag name="ppt/slides/slide1.xml" val="2898775029"/>
  <p:tag name="ppt/slides/slide2.xml" val="2027593296"/>
  <p:tag name="ppt/slides/slide3.xml" val="1028353835"/>
  <p:tag name="ppt/slides/slide4.xml" val="2381734012"/>
  <p:tag name="ppt/slides/slide5.xml" val="517450227"/>
  <p:tag name="ppt/slides/slide6.xml" val="809426979"/>
  <p:tag name="ppt/slides/slide7.xml" val="3436199824"/>
  <p:tag name="ppt/slides/slide8.xml" val="431811369"/>
  <p:tag name="ppt/slides/slide9.xml" val="3843497448"/>
  <p:tag name="ppt/slides/slide10.xml" val="1761250514"/>
  <p:tag name="ppt/slides/slide11.xml" val="2132170634"/>
  <p:tag name="ppt/slides/slide12.xml" val="4117793240"/>
  <p:tag name="ppt/slides/slide13.xml" val="85360128"/>
  <p:tag name="ppt/slides/slide14.xml" val="2275403369"/>
  <p:tag name="ppt/slides/slide15.xml" val="4006581846"/>
  <p:tag name="ppt/slides/slide16.xml" val="803580418"/>
  <p:tag name="ppt/slides/slide17.xml" val="703860719"/>
  <p:tag name="ppt/slideMasters/slideMaster1.xml" val="962572591"/>
  <p:tag name="ppt/slideLayouts/slideLayout1.xml" val="1198695389"/>
  <p:tag name="ppt/slideLayouts/slideLayout2.xml" val="3456041432"/>
  <p:tag name="ppt/slideLayouts/slideLayout3.xml" val="3075857408"/>
  <p:tag name="ppt/slideLayouts/slideLayout4.xml" val="1656296739"/>
  <p:tag name="ppt/slideLayouts/slideLayout5.xml" val="1841967574"/>
  <p:tag name="ppt/slideLayouts/slideLayout6.xml" val="2427028598"/>
  <p:tag name="ppt/slideLayouts/slideLayout7.xml" val="936938503"/>
  <p:tag name="ppt/slideLayouts/slideLayout8.xml" val="2997997557"/>
  <p:tag name="ppt/slideLayouts/slideLayout9.xml" val="1000425519"/>
  <p:tag name="ppt/slideLayouts/slideLayout10.xml" val="2864392208"/>
  <p:tag name="ppt/slideLayouts/slideLayout11.xml" val="4156944275"/>
  <p:tag name="ppt/slideLayouts/slideLayout12.xml" val="3708007086"/>
  <p:tag name="ppt/slideLayouts/slideLayout14.xml" val="3971371490"/>
  <p:tag name="ppt/slideLayouts/slideLayout15.xml" val="2641262678"/>
  <p:tag name="ppt/slideLayouts/slideLayout16.xml" val="1463759545"/>
  <p:tag name="ppt/slideLayouts/slideLayout17.xml" val="4000464125"/>
  <p:tag name="ppt/slideLayouts/slideLayout13.xml" val="278049907"/>
  <p:tag name="ppt/theme/theme1.xml" val="908240797"/>
  <p:tag name="ppt/media/image1.jpeg" val="4260256500"/>
  <p:tag name="ppt/media/image2.jpg" val="1314174792"/>
  <p:tag name="ppt/media/image3.jpg" val="3287177951"/>
  <p:tag name="ppt/media/image4.png" val="1651343507"/>
  <p:tag name="ppt/media/image5.png" val="2326499248"/>
  <p:tag name="ppt/media/image12.png" val="1476528582"/>
  <p:tag name="ppt/media/image13.png" val="2249659933"/>
  <p:tag name="ppt/media/image9.png" val="1892180433"/>
  <p:tag name="ppt/media/image10.jpg" val="1234101677"/>
  <p:tag name="ppt/media/image11.png" val="4243798138"/>
  <p:tag name="ppt/media/image14.png" val="3478404769"/>
  <p:tag name="ppt/media/image6.png" val="72744615"/>
  <p:tag name="ppt/media/image7.png" val="2013900856"/>
  <p:tag name="ppt/media/image8.png" val="480512855"/>
  <p:tag name="ppt/media/image15.png" val="1373912236"/>
</p:tagLst>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